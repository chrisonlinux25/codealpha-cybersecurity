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17"/>
  </p:notesMasterIdLst>
  <p:handoutMasterIdLst>
    <p:handoutMasterId r:id="rId18"/>
  </p:handoutMasterIdLst>
  <p:sldIdLst>
    <p:sldId id="341" r:id="rId5"/>
    <p:sldId id="342" r:id="rId6"/>
    <p:sldId id="343" r:id="rId7"/>
    <p:sldId id="344" r:id="rId8"/>
    <p:sldId id="345" r:id="rId9"/>
    <p:sldId id="346" r:id="rId10"/>
    <p:sldId id="348" r:id="rId11"/>
    <p:sldId id="347" r:id="rId12"/>
    <p:sldId id="350" r:id="rId13"/>
    <p:sldId id="351" r:id="rId14"/>
    <p:sldId id="349" r:id="rId15"/>
    <p:sldId id="35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8AF867-7607-F113-7ACC-C467BE747EF6}" name="Kaila Orsucci (ANDERSEN CONSULTANTS LLC)" initials="KO(CL" userId="S::v-orsuccik@microsoft.com::b35c4750-d91c-4d97-88c6-49181942f634" providerId="AD"/>
  <p188:author id="{FC0FE7FC-5B95-3036-D963-639C58136C96}" name="Niyna Spellman" initials="NS" userId="S::nispellm@microsoft.com::16afd8a6-0a4d-436e-b26d-a0736150c5a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836A"/>
    <a:srgbClr val="FF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6B31E-ECE3-D43A-2F08-2A9C828397E4}" v="900" dt="2026-09-01T10:57:10.250"/>
    <p1510:client id="{839AED26-6760-4E6B-B764-1C06BD9AEABF}" v="48" dt="2026-09-01T07:12:55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86502"/>
  </p:normalViewPr>
  <p:slideViewPr>
    <p:cSldViewPr snapToGrid="0">
      <p:cViewPr>
        <p:scale>
          <a:sx n="100" d="100"/>
          <a:sy n="100" d="100"/>
        </p:scale>
        <p:origin x="-53" y="-686"/>
      </p:cViewPr>
      <p:guideLst/>
    </p:cSldViewPr>
  </p:slideViewPr>
  <p:outlineViewPr>
    <p:cViewPr>
      <p:scale>
        <a:sx n="33" d="100"/>
        <a:sy n="33" d="100"/>
      </p:scale>
      <p:origin x="0" y="-4807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520"/>
    </p:cViewPr>
  </p:sorterViewPr>
  <p:notesViewPr>
    <p:cSldViewPr snapToGrid="0" showGuides="1"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9C261B-E166-8214-A106-6638B7BE8F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19B41-C1FA-19C2-F2B3-87121C88E3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7BEAE-149E-4044-9670-A20C939F0C1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BF94E-3FC6-1E1B-9DF3-279D858636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9CBB3-8330-1448-760D-1C3DCC036B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A12DA-49A6-284A-94CF-F4690CA8F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483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384B-093F-49E7-B8DB-F37D4F9C9E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3F96-0975-46A3-AD68-AF15F862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0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3CCB4D30-D800-1E8C-18BA-0B1DD8713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52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0" y="685801"/>
            <a:ext cx="4572000" cy="3886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8349" y="4870173"/>
            <a:ext cx="4572000" cy="105156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73C4FAF-3A7E-9B94-0615-E11943D28F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685801"/>
            <a:ext cx="54864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0D6693A0-C768-6C4A-DBF0-FA31F5E4D0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15990" y="6338703"/>
            <a:ext cx="228000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32C4883D-5FDD-7682-19A8-DA284F5CD52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71877" y="6338703"/>
            <a:ext cx="1392578" cy="365125"/>
          </a:xfrm>
          <a:prstGeom prst="rect">
            <a:avLst/>
          </a:prstGeom>
        </p:spPr>
        <p:txBody>
          <a:bodyPr/>
          <a:lstStyle/>
          <a:p>
            <a:fld id="{ADA8A603-05E7-4C38-B76A-59BF906A9626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CE305-2C08-0573-C6F6-0CDA7B273E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64455" y="6342301"/>
            <a:ext cx="429207" cy="365125"/>
          </a:xfrm>
          <a:prstGeom prst="rect">
            <a:avLst/>
          </a:prstGeom>
        </p:spPr>
        <p:txBody>
          <a:bodyPr/>
          <a:lstStyle/>
          <a:p>
            <a:fld id="{FD550D4C-7310-48EB-AB4A-11C1BDEC9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79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C8C59-88FC-452B-9DEC-BB37823C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ECCD1-8CEE-8E61-5322-6ACB50BD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45545-952C-4B00-B65C-1B2C8F8C80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14B3B-8C41-1B83-6BE9-FE64814A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3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square with a black background&#10;&#10;AI-generated content may be incorrect.">
            <a:extLst>
              <a:ext uri="{FF2B5EF4-FFF2-40B4-BE49-F238E27FC236}">
                <a16:creationId xmlns:a16="http://schemas.microsoft.com/office/drawing/2014/main" id="{C32D6FEB-EF40-751F-6F3A-17F6B7FA2C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2340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0" y="1411358"/>
            <a:ext cx="3657600" cy="2743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4669" y="4403039"/>
            <a:ext cx="365760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064AAF-F3E0-FCE4-EC03-20C7C1AD085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685800"/>
            <a:ext cx="5791200" cy="5486400"/>
          </a:xfrm>
          <a:blipFill dpi="0" rotWithShape="1">
            <a:blip r:embed="rId3">
              <a:alphaModFix amt="60000"/>
            </a:blip>
            <a:srcRect/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FEC7EB3B-ABCA-A77B-80F0-B555F05B70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24669" y="6338703"/>
            <a:ext cx="207048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6D7F91D1-9733-FCC1-D778-378DD1C4C6D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134600" y="6338703"/>
            <a:ext cx="1008654" cy="365125"/>
          </a:xfrm>
          <a:prstGeom prst="rect">
            <a:avLst/>
          </a:prstGeom>
        </p:spPr>
        <p:txBody>
          <a:bodyPr/>
          <a:lstStyle/>
          <a:p>
            <a:fld id="{30E3B83E-D48D-48E6-B0A0-2936755C9B56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3130D-91C5-F58C-6B17-2161D459CD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3254" y="6342301"/>
            <a:ext cx="429207" cy="365125"/>
          </a:xfrm>
          <a:prstGeom prst="rect">
            <a:avLst/>
          </a:prstGeom>
        </p:spPr>
        <p:txBody>
          <a:bodyPr/>
          <a:lstStyle/>
          <a:p>
            <a:fld id="{FD550D4C-7310-48EB-AB4A-11C1BDEC9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9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188406"/>
            <a:ext cx="10972800" cy="132915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5565193"/>
            <a:ext cx="10969754" cy="457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pic>
        <p:nvPicPr>
          <p:cNvPr id="5" name="Picture 4" descr="A black and white square&#10;&#10;AI-generated content may be incorrect.">
            <a:extLst>
              <a:ext uri="{FF2B5EF4-FFF2-40B4-BE49-F238E27FC236}">
                <a16:creationId xmlns:a16="http://schemas.microsoft.com/office/drawing/2014/main" id="{C66F7BE7-385A-DC97-A161-F082F76647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286000"/>
          </a:xfrm>
          <a:prstGeom prst="rect">
            <a:avLst/>
          </a:prstGeom>
        </p:spPr>
      </p:pic>
      <p:sp>
        <p:nvSpPr>
          <p:cNvPr id="6" name="Picture Placeholder 21">
            <a:extLst>
              <a:ext uri="{FF2B5EF4-FFF2-40B4-BE49-F238E27FC236}">
                <a16:creationId xmlns:a16="http://schemas.microsoft.com/office/drawing/2014/main" id="{EB654141-E7F4-3008-EF19-CE33324583A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685800"/>
            <a:ext cx="10972800" cy="3200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A4E9697-A409-283D-404A-34C7649B37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52AEB87-36DE-AFE8-C920-8FB028D279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D52D0D-96A8-44A5-9F2F-5636C491431C}" type="datetime1">
              <a:rPr lang="en-US" smtClean="0"/>
              <a:t>9/1/2026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A280EF-C5C2-6169-10E7-91FE8EAE19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64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grey halftone background&#10;&#10;AI-generated content may be incorrect.">
            <a:extLst>
              <a:ext uri="{FF2B5EF4-FFF2-40B4-BE49-F238E27FC236}">
                <a16:creationId xmlns:a16="http://schemas.microsoft.com/office/drawing/2014/main" id="{52C21FBD-0742-11CD-9CAF-83EBD241EE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297" y="0"/>
            <a:ext cx="351170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01040"/>
            <a:ext cx="4114800" cy="333756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391735"/>
            <a:ext cx="4111751" cy="14173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D64AE28-6B7B-0271-8D58-EAF9594A43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88152" y="674688"/>
            <a:ext cx="5791200" cy="5508625"/>
          </a:xfrm>
          <a:blipFill>
            <a:blip r:embed="rId3">
              <a:alphaModFix amt="60000"/>
            </a:blip>
            <a:stretch>
              <a:fillRect l="-440" t="-125" r="-2" b="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38703"/>
            <a:ext cx="207048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63059" y="6338703"/>
            <a:ext cx="1392578" cy="365125"/>
          </a:xfrm>
          <a:prstGeom prst="rect">
            <a:avLst/>
          </a:prstGeom>
        </p:spPr>
        <p:txBody>
          <a:bodyPr/>
          <a:lstStyle/>
          <a:p>
            <a:fld id="{7C993AEC-7824-41AF-91A4-DBBBD2E7FA73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755637" y="6342301"/>
            <a:ext cx="429207" cy="365125"/>
          </a:xfrm>
          <a:prstGeom prst="rect">
            <a:avLst/>
          </a:prstGeom>
        </p:spPr>
        <p:txBody>
          <a:bodyPr/>
          <a:lstStyle/>
          <a:p>
            <a:fld id="{FD550D4C-7310-48EB-AB4A-11C1BDEC9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44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83069FF7-266D-B67D-2964-BCF4C51AE7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9598152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693206"/>
            <a:ext cx="8226554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D180C-0FA1-E814-9AD9-5247A1A3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7081-0FE4-8393-6008-55400E66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1C78-918B-4092-B5CC-AFE811637D99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7DC4A-3403-BDE5-16A1-5F802818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80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rectangle with a black rectangle&#10;&#10;AI-generated content may be incorrect.">
            <a:extLst>
              <a:ext uri="{FF2B5EF4-FFF2-40B4-BE49-F238E27FC236}">
                <a16:creationId xmlns:a16="http://schemas.microsoft.com/office/drawing/2014/main" id="{F546A994-92A6-96FE-038B-1A4EDFF1A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7" t="5082" r="5165" b="508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5" y="1798983"/>
            <a:ext cx="10969755" cy="17691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3627783"/>
            <a:ext cx="10061979" cy="685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6FDED4E-CA8B-4F60-7439-50FA39E2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466344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ECC38F-0243-C6BE-E15A-7CCC3A9B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9200" y="4663440"/>
            <a:ext cx="2316052" cy="365760"/>
          </a:xfrm>
        </p:spPr>
        <p:txBody>
          <a:bodyPr/>
          <a:lstStyle/>
          <a:p>
            <a:fld id="{1434BEA1-EF4D-4E52-9A2F-97C4ABCF0C0F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68942587-0F87-BAD1-28F4-70B1C9259B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55252" y="466344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7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orange halftone background&#10;&#10;AI-generated content may be incorrect.">
            <a:extLst>
              <a:ext uri="{FF2B5EF4-FFF2-40B4-BE49-F238E27FC236}">
                <a16:creationId xmlns:a16="http://schemas.microsoft.com/office/drawing/2014/main" id="{8034F32D-641A-01B5-E96F-B9EFB140B0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AE90CB8-F4EE-EA51-4CBA-F4AC08DC6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2213112"/>
            <a:ext cx="10969752" cy="1533563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66F504A-F0F8-A674-60F7-0E96B9B08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784170"/>
            <a:ext cx="10972800" cy="55923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59ABC-4344-2A75-56D6-055E3703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46482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147FA-EFAB-4941-1AF2-311F04EB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9200" y="4648200"/>
            <a:ext cx="2316052" cy="365760"/>
          </a:xfrm>
        </p:spPr>
        <p:txBody>
          <a:bodyPr/>
          <a:lstStyle/>
          <a:p>
            <a:fld id="{128CFCDD-04EC-4CBF-B503-800D39775A51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676A0306-4CE8-575A-C0EA-26662D4B40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55252" y="46482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83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square with white lines&#10;&#10;AI-generated content may be incorrect.">
            <a:extLst>
              <a:ext uri="{FF2B5EF4-FFF2-40B4-BE49-F238E27FC236}">
                <a16:creationId xmlns:a16="http://schemas.microsoft.com/office/drawing/2014/main" id="{65B24816-D1B0-E88B-609F-E57AA049D2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3810000"/>
            <a:ext cx="10969752" cy="1533563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405706"/>
            <a:ext cx="10972800" cy="55923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2CA1-36FE-B5BF-2F54-BD62FF13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3AE1B-62BB-F9E8-121D-8D53CDD3C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7502-D609-416C-8803-44F7F77F3B4F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85473-DFA4-1080-BD85-A028FF64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31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dotted background&#10;&#10;AI-generated content may be incorrect.">
            <a:extLst>
              <a:ext uri="{FF2B5EF4-FFF2-40B4-BE49-F238E27FC236}">
                <a16:creationId xmlns:a16="http://schemas.microsoft.com/office/drawing/2014/main" id="{D0CA1259-530B-71DE-970B-002E98693D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600200"/>
            <a:ext cx="10055352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1CFEF-E1EB-4F18-97DB-2053F0D0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170953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AF9F8-7259-0A59-13B0-6E86D35D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9200" y="170953"/>
            <a:ext cx="2316052" cy="365760"/>
          </a:xfrm>
        </p:spPr>
        <p:txBody>
          <a:bodyPr/>
          <a:lstStyle/>
          <a:p>
            <a:fld id="{DBB18229-BFF7-43E4-BDAF-48904345F131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60884A6E-4991-A57B-9AD0-B1AA5AC487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55252" y="170953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32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82" y="457200"/>
            <a:ext cx="6847520" cy="18288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2743199"/>
            <a:ext cx="6858000" cy="34290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1028700" indent="-342900">
              <a:buFont typeface="+mj-lt"/>
              <a:buAutoNum type="arabicParenR"/>
              <a:defRPr sz="1400"/>
            </a:lvl4pPr>
            <a:lvl5pPr marL="1257300" indent="-342900">
              <a:buFont typeface="+mj-lt"/>
              <a:buAutoNum type="alphaLcParenR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15374-E781-36F5-5707-3A9CA972BAD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3E680-BF78-89CC-15D3-B74DCAAA8F8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1" y="6324600"/>
            <a:ext cx="2316052" cy="365760"/>
          </a:xfrm>
        </p:spPr>
        <p:txBody>
          <a:bodyPr/>
          <a:lstStyle/>
          <a:p>
            <a:fld id="{3F9B16BF-0DEB-4F1C-9CEF-A8DADF0DA8E6}" type="datetime1">
              <a:rPr lang="en-US" smtClean="0"/>
              <a:t>9/1/2026</a:t>
            </a:fld>
            <a:endParaRPr lang="en-US" dirty="0"/>
          </a:p>
        </p:txBody>
      </p:sp>
      <p:pic>
        <p:nvPicPr>
          <p:cNvPr id="8" name="Picture 7" descr="A black and orange dots&#10;&#10;AI-generated content may be incorrect.">
            <a:extLst>
              <a:ext uri="{FF2B5EF4-FFF2-40B4-BE49-F238E27FC236}">
                <a16:creationId xmlns:a16="http://schemas.microsoft.com/office/drawing/2014/main" id="{BD10D847-694C-71CB-854A-6136CDDE3A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937" y="0"/>
            <a:ext cx="4283063" cy="6858000"/>
          </a:xfrm>
          <a:prstGeom prst="rect">
            <a:avLst/>
          </a:prstGeom>
        </p:spPr>
      </p:pic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9BC72FB7-4EA7-06D7-8C25-F73B960A2C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40453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81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grey background with dots&#10;&#10;AI-generated content may be incorrect.">
            <a:extLst>
              <a:ext uri="{FF2B5EF4-FFF2-40B4-BE49-F238E27FC236}">
                <a16:creationId xmlns:a16="http://schemas.microsoft.com/office/drawing/2014/main" id="{107C3AF5-D58E-30B0-B63C-C09607A7A6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3316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457201"/>
            <a:ext cx="5943600" cy="18288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C24C4A8-A829-4298-177E-A4D009961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9170" y="670984"/>
            <a:ext cx="3534825" cy="5503333"/>
          </a:xfrm>
          <a:blipFill>
            <a:blip r:embed="rId3">
              <a:alphaModFix amt="60000"/>
            </a:blip>
            <a:stretch>
              <a:fillRect l="-1" t="-474" r="147" b="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8800" y="2743198"/>
            <a:ext cx="5943600" cy="342900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romanLcPeriod"/>
              <a:defRPr sz="1600"/>
            </a:lvl3pPr>
            <a:lvl4pPr marL="1028700" indent="-342900">
              <a:buFont typeface="+mj-lt"/>
              <a:buAutoNum type="arabicParenR"/>
              <a:defRPr sz="1400"/>
            </a:lvl4pPr>
            <a:lvl5pPr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7B895-2BFE-EEF4-D021-031EE716FA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638800" y="63246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3ACDD-3386-B68E-A0EC-81011A4CE6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C906FEF-9981-429E-ACDB-64D6989EE16A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977AE372-CC11-7C4D-C077-5A665F119F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5252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25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orange border&#10;&#10;AI-generated content may be incorrect.">
            <a:extLst>
              <a:ext uri="{FF2B5EF4-FFF2-40B4-BE49-F238E27FC236}">
                <a16:creationId xmlns:a16="http://schemas.microsoft.com/office/drawing/2014/main" id="{15B9F348-926B-E8CA-5259-B0ECA74282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057400"/>
            <a:ext cx="6629400" cy="1143000"/>
          </a:xfrm>
        </p:spPr>
        <p:txBody>
          <a:bodyPr anchor="b">
            <a:normAutofit/>
          </a:bodyPr>
          <a:lstStyle>
            <a:lvl1pPr algn="ctr">
              <a:defRPr sz="3200" b="0" i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4260" y="3322320"/>
            <a:ext cx="4983480" cy="155448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21A1828-E6C4-2B66-332A-3CE1EA6B6F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3957BBA6-B40C-51A6-9D1E-CA28932D962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EC59D6B6-2BFE-4B79-8B3E-44EB2F9DCA50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11">
            <a:extLst>
              <a:ext uri="{FF2B5EF4-FFF2-40B4-BE49-F238E27FC236}">
                <a16:creationId xmlns:a16="http://schemas.microsoft.com/office/drawing/2014/main" id="{8DA10585-51D4-4A74-1751-8BB1ABACC2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38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tan dotted rectangle&#10;&#10;AI-generated content may be incorrect.">
            <a:extLst>
              <a:ext uri="{FF2B5EF4-FFF2-40B4-BE49-F238E27FC236}">
                <a16:creationId xmlns:a16="http://schemas.microsoft.com/office/drawing/2014/main" id="{49B913A1-4985-DA2A-0AE2-B932F9C09E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10871"/>
            <a:ext cx="3474720" cy="2975432"/>
          </a:xfrm>
        </p:spPr>
        <p:txBody>
          <a:bodyPr anchor="t">
            <a:normAutofit/>
          </a:bodyPr>
          <a:lstStyle>
            <a:lvl1pPr>
              <a:defRPr sz="3200" b="0" i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8718" y="1810871"/>
            <a:ext cx="5715000" cy="2975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1377C7CD-A05B-2840-D285-7E89019D36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" y="5189813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8505947D-5093-2873-EFAE-61AE39CEAB6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24174" y="5189813"/>
            <a:ext cx="2316052" cy="365760"/>
          </a:xfrm>
        </p:spPr>
        <p:txBody>
          <a:bodyPr/>
          <a:lstStyle/>
          <a:p>
            <a:fld id="{79CF0919-DDF5-4951-954A-020FDBBF11AA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A239714F-3D76-7B89-40A9-9557C01B98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0226" y="5189813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22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20617"/>
            <a:ext cx="3474720" cy="41148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8718" y="1420617"/>
            <a:ext cx="603504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24F30-8078-A3F0-AFE0-14E057702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F2E89-6260-926D-67C9-D26A6C345D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CBA70-3E33-403F-BAB7-2359CEE956C7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67023-31D1-2115-5209-F9D245FAA9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5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276600" cy="494066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5840" y="685800"/>
            <a:ext cx="67665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4E67B-7C68-2797-7E8D-47C4527808E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3AB89-CEBE-D20F-9483-12AE40D6F7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CC022D-36D9-4D3C-BF55-2D92F428A7D1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E7CE4-046A-36F7-3B91-870D56245A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75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197354" cy="36576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1354" y="685800"/>
            <a:ext cx="68580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6ECE7-363B-EB37-A110-E68D134108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A02A0-5302-0EB6-30B0-67EF5D83CF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F39AE8-465E-4929-AD06-3E7B52289CA0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0ACE3-AB07-E53A-F6B3-150BC8683C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17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79968170-E6B5-DF27-2C6F-616FE8C120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672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95D6076-B9D3-0279-50A3-A386AE25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1078833"/>
            <a:ext cx="2743200" cy="16764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0FF377-E991-A314-BC35-A9206F56B6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685800"/>
            <a:ext cx="7315202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9F8ADA0A-C0AB-693C-0B33-3D8487F96B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43241" y="3023368"/>
            <a:ext cx="2743200" cy="2651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7DB5B-FF3B-1275-73FF-00D1F103D01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184648" y="63246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D5524-A95F-CA84-0C25-F92BB7F7D0A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186416" y="6324600"/>
            <a:ext cx="931164" cy="365760"/>
          </a:xfrm>
        </p:spPr>
        <p:txBody>
          <a:bodyPr/>
          <a:lstStyle/>
          <a:p>
            <a:fld id="{B4A756F8-8B6C-4841-AF5C-DD06D7633957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9FFA3-5EB7-6A64-1684-8C0030C954F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26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3989E482-ED22-5C62-212F-05ADA77EEF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24800" y="0"/>
            <a:ext cx="42672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1628C91F-3746-AE8E-5836-D57F98AB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1078833"/>
            <a:ext cx="2743200" cy="16764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B2D4C552-272B-EF4E-2FD5-EAC4C2E2AD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3639" y="3023368"/>
            <a:ext cx="2743200" cy="2651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E4A8D86F-5E24-F0C3-6D1A-08B152B6A96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67200" y="685800"/>
            <a:ext cx="7315202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8515F-7127-0309-696B-6214389DF68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C3AC9-56EF-CED6-84E6-5DFFC386C2E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099048" y="6324600"/>
            <a:ext cx="941832" cy="365760"/>
          </a:xfrm>
        </p:spPr>
        <p:txBody>
          <a:bodyPr/>
          <a:lstStyle/>
          <a:p>
            <a:fld id="{B03FD8E6-A864-49B0-B832-CBB49A790FE3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BE33C4F4-AD1D-6720-DE41-FDEBEF2E20D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040880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square&#10;&#10;AI-generated content may be incorrect.">
            <a:extLst>
              <a:ext uri="{FF2B5EF4-FFF2-40B4-BE49-F238E27FC236}">
                <a16:creationId xmlns:a16="http://schemas.microsoft.com/office/drawing/2014/main" id="{EE4C7931-E42B-1159-4C2B-6C89A902A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572000"/>
            <a:ext cx="3883154" cy="11430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020D65A-DE4C-4121-B082-54D64F26A1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685800"/>
            <a:ext cx="10972800" cy="3200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0600" y="4572000"/>
            <a:ext cx="6812280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AE681-00C5-8CA0-3F95-23D0E0617FB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04CCE-A7DC-A0B6-D258-FB6D639DB86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2CFA9F6-BA43-4CFF-AB0A-1C53DB9495C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904B8-A7FD-CA56-2FAC-04E4A31D9B0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09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y halftone background&#10;&#10;AI-generated content may be incorrect.">
            <a:extLst>
              <a:ext uri="{FF2B5EF4-FFF2-40B4-BE49-F238E27FC236}">
                <a16:creationId xmlns:a16="http://schemas.microsoft.com/office/drawing/2014/main" id="{FA8173F5-5EAF-C2D3-C777-E2DEAB627D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17069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B5CBBC0-B13B-A26B-740D-57A96E5A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0662" y="685800"/>
            <a:ext cx="3656993" cy="127714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7D31F2D-1F7A-416A-7793-8EDA294B836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1" y="685800"/>
            <a:ext cx="6400800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CDF82C00-A8ED-9667-836C-22C395F8CE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8584" y="2285999"/>
            <a:ext cx="3656993" cy="365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D3CD7-796D-FAA7-A27D-3EBDBB667E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270247" y="63246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3C3DD-63D1-F7EF-C72E-C105CB5FD942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87000" y="6324600"/>
            <a:ext cx="868680" cy="365760"/>
          </a:xfrm>
        </p:spPr>
        <p:txBody>
          <a:bodyPr/>
          <a:lstStyle/>
          <a:p>
            <a:fld id="{9AE58E15-D35A-43C1-9904-432255598287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CBCD0-DB0D-2AB4-1F68-E62BC7F43A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361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7AAFD9-C794-94EC-20BC-EEFC711B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58" y="685800"/>
            <a:ext cx="3656993" cy="127714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FFB81BB-850F-FDD9-E643-42FD2E9700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5980" y="2285999"/>
            <a:ext cx="3656993" cy="365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48AFE06-3C52-FE99-D697-6D14958FFD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81600" y="685800"/>
            <a:ext cx="6400800" cy="5486400"/>
          </a:xfrm>
          <a:blipFill>
            <a:blip r:embed="rId2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2FCEE-AC5C-7CF2-F0E7-DB783914AE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6C07B-42C3-EEEB-AC90-89A9FBBC1CE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099048" y="6324600"/>
            <a:ext cx="1399032" cy="365760"/>
          </a:xfrm>
        </p:spPr>
        <p:txBody>
          <a:bodyPr/>
          <a:lstStyle/>
          <a:p>
            <a:fld id="{E9F32DDE-417B-42FE-AD58-E7DBF5A916B3}" type="datetime1">
              <a:rPr lang="en-US" smtClean="0"/>
              <a:t>9/1/2026</a:t>
            </a:fld>
            <a:endParaRPr lang="en-US" dirty="0"/>
          </a:p>
        </p:txBody>
      </p:sp>
      <p:pic>
        <p:nvPicPr>
          <p:cNvPr id="3" name="Picture 2" descr="A black and grey halftone background&#10;&#10;AI-generated content may be incorrect.">
            <a:extLst>
              <a:ext uri="{FF2B5EF4-FFF2-40B4-BE49-F238E27FC236}">
                <a16:creationId xmlns:a16="http://schemas.microsoft.com/office/drawing/2014/main" id="{A646000B-8E75-6971-2F46-ACD4BC5686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74931" y="0"/>
            <a:ext cx="3817069" cy="6858000"/>
          </a:xfrm>
          <a:prstGeom prst="rect">
            <a:avLst/>
          </a:prstGeom>
        </p:spPr>
      </p:pic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9418218-FDB3-4638-5CCA-C3DB03FEC7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488936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219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DDE9E34D-50A6-CE00-9652-359564A62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528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562EEE9-969A-A0EC-6C87-80C9EE31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837" y="683319"/>
            <a:ext cx="4568953" cy="9168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38D5AE62-55F1-D3B7-8908-691D15F28FE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685801"/>
            <a:ext cx="54864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728C8A1F-EC23-083F-1F3B-1DA06A5423D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02790" y="1828800"/>
            <a:ext cx="456895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66C3B-889B-5654-D6F7-CCA56018D94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355846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F0485-FE43-CD1A-3650-E0077A452E37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9902952" y="6324600"/>
            <a:ext cx="1252728" cy="365760"/>
          </a:xfrm>
        </p:spPr>
        <p:txBody>
          <a:bodyPr/>
          <a:lstStyle/>
          <a:p>
            <a:fld id="{C68F57C5-D852-4ED1-86E3-8CF6B629E8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D184-E46F-129D-ED99-6225A6ABAEA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57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AF813955-2B6F-8A10-B4EB-A637D1977A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39200" y="0"/>
            <a:ext cx="33528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7E7565-95E5-9A16-5C1A-D3B377C7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3319"/>
            <a:ext cx="4568953" cy="9168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F5EC69F-A862-5F4D-6B42-567E7C9513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6553" y="1828800"/>
            <a:ext cx="456895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3DBD2EC0-0526-9606-18B6-89412399FF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685801"/>
            <a:ext cx="54864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B999C-6116-031F-F06C-97B45B4137A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23893-C9FB-C4E4-4FA9-CBD22C8CB8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6675120" y="6324600"/>
            <a:ext cx="1252728" cy="365760"/>
          </a:xfrm>
        </p:spPr>
        <p:txBody>
          <a:bodyPr/>
          <a:lstStyle/>
          <a:p>
            <a:fld id="{8FE65FC7-2A8E-4A9F-BC2E-77BBAD344779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8A078EC-066F-83B8-C049-5426BC1E00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918704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70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photo&#10;&#10;AI-generated content may be incorrect.">
            <a:extLst>
              <a:ext uri="{FF2B5EF4-FFF2-40B4-BE49-F238E27FC236}">
                <a16:creationId xmlns:a16="http://schemas.microsoft.com/office/drawing/2014/main" id="{5DA27ABB-5583-7944-E2DF-F52E8B673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9431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75975E9-6F65-5C6B-FD76-7197CC67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86199"/>
            <a:ext cx="3200400" cy="182879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724CEC-E918-214D-DAE8-0A153EB233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1" y="685799"/>
            <a:ext cx="10972799" cy="2514601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18058A-7AA8-535D-E4FC-D8E74D4B93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86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2A20A12-E19E-15F7-7860-3EFA276C304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6A69234-6AB3-29D7-C26F-6C877D5FF4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9B82780-C85F-4B5B-A9F2-ED4C5E378CB8}" type="datetime1">
              <a:rPr lang="en-US" smtClean="0"/>
              <a:t>9/1/2026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F4D5C1B-25AC-A762-295E-A42F8267D1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551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photo&#10;&#10;AI-generated content may be incorrect.">
            <a:extLst>
              <a:ext uri="{FF2B5EF4-FFF2-40B4-BE49-F238E27FC236}">
                <a16:creationId xmlns:a16="http://schemas.microsoft.com/office/drawing/2014/main" id="{202BE50F-E998-ED23-7599-BAA0D450DA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4914900"/>
            <a:ext cx="12192000" cy="1943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8727"/>
            <a:ext cx="3200400" cy="182879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708727"/>
            <a:ext cx="7315199" cy="2286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9E3556-DC93-9D90-D6F8-5962E3CD3DB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8" y="306324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8663820-09F4-9DB6-C911-A71078D740B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839200" y="3063240"/>
            <a:ext cx="2316052" cy="365760"/>
          </a:xfrm>
        </p:spPr>
        <p:txBody>
          <a:bodyPr/>
          <a:lstStyle/>
          <a:p>
            <a:fld id="{BDB1DEDC-E425-4B59-B655-76DF7083DAD8}" type="datetime1">
              <a:rPr lang="en-US" smtClean="0"/>
              <a:t>9/1/2026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863E640-A5C0-2FA3-E7AB-12F96CA63B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5252" y="306324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A55C41E-AD54-6448-5A29-955F15AE6CD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1" y="3663234"/>
            <a:ext cx="10972799" cy="2514601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375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y dotted background&#10;&#10;AI-generated content may be incorrect.">
            <a:extLst>
              <a:ext uri="{FF2B5EF4-FFF2-40B4-BE49-F238E27FC236}">
                <a16:creationId xmlns:a16="http://schemas.microsoft.com/office/drawing/2014/main" id="{5AAAD85C-125C-358E-E296-321428CCD3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42924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DF5CE76-E60C-5545-9B6F-E8723D4AB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626" y="683319"/>
            <a:ext cx="639762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0B2BBF-0612-E805-0E23-D2CC860F2D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9331" y="685801"/>
            <a:ext cx="36576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7143F9-5C01-9E3E-EAD3-1E25E8B901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6753" y="2066826"/>
            <a:ext cx="6397626" cy="4114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C482C5-395E-3310-CC2B-122F5BCB0F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86854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AA256-5FA9-B5FA-8FA6-9841FA5301F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E10DD78-060C-4A79-A917-C0BAAEEE4139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5DAAD-D1F5-BECE-CDF2-CC756F6D62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207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dotted background&#10;&#10;AI-generated content may be incorrect.">
            <a:extLst>
              <a:ext uri="{FF2B5EF4-FFF2-40B4-BE49-F238E27FC236}">
                <a16:creationId xmlns:a16="http://schemas.microsoft.com/office/drawing/2014/main" id="{546AF1F7-73B9-6175-7F40-61F4A471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49076" y="0"/>
            <a:ext cx="2442924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4B7382F-E67B-D3B7-C96F-0C6B09E1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478" y="683319"/>
            <a:ext cx="639762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4B6BD3BD-6D5F-6615-DA6E-D2DA45D5AA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605" y="2066826"/>
            <a:ext cx="6397626" cy="4114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1E586CCD-B9D0-D7B5-E48B-16BB167E70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38187" y="685801"/>
            <a:ext cx="36576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E6BF0-982D-B0CF-5519-0955658AAA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2F6EED-357E-DDEB-26C6-8E99D7B4843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938187" y="6324600"/>
            <a:ext cx="840053" cy="365760"/>
          </a:xfrm>
        </p:spPr>
        <p:txBody>
          <a:bodyPr/>
          <a:lstStyle/>
          <a:p>
            <a:fld id="{B623B10A-ED93-4B4B-8FF2-98D1DF16C45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66B048BC-B17C-5A12-F41E-52C9F5B4737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814816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019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grey dotted background&#10;&#10;AI-generated content may be incorrect.">
            <a:extLst>
              <a:ext uri="{FF2B5EF4-FFF2-40B4-BE49-F238E27FC236}">
                <a16:creationId xmlns:a16="http://schemas.microsoft.com/office/drawing/2014/main" id="{241F8B33-4613-022F-02A1-8F9DA2539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8800"/>
            <a:ext cx="6096000" cy="50292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1F3DB7-A141-A301-46DA-F955095D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10969753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822451"/>
            <a:ext cx="48006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508CB-45FA-7ADF-D81B-3E358D2B1C0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A8DA5-4386-3337-449C-E2D334769A3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429000" y="6324600"/>
            <a:ext cx="1473200" cy="365760"/>
          </a:xfrm>
        </p:spPr>
        <p:txBody>
          <a:bodyPr/>
          <a:lstStyle/>
          <a:p>
            <a:fld id="{871B8028-B84A-4AB1-A179-7B76CD5B07E0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D6DFDDAA-FFBB-FE1C-40B3-1394E2B7B73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77729" y="2514600"/>
            <a:ext cx="5414271" cy="4343400"/>
          </a:xfrm>
          <a:blipFill>
            <a:blip r:embed="rId3">
              <a:alphaModFix amt="60000"/>
            </a:blip>
            <a:stretch>
              <a:fillRect l="-1461" t="-1593" r="-3" b="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42AB93C0-0C2D-8D7B-36AB-877A1285A9A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986100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066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y doted rectangle&#10;&#10;AI-generated content may be incorrect.">
            <a:extLst>
              <a:ext uri="{FF2B5EF4-FFF2-40B4-BE49-F238E27FC236}">
                <a16:creationId xmlns:a16="http://schemas.microsoft.com/office/drawing/2014/main" id="{6902E0D5-0CA1-0C53-4F3D-7827C31C1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953" y="1826078"/>
            <a:ext cx="5486400" cy="43434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D71F098-A124-116E-8482-19FFD0E16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10969753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6" y="1828800"/>
            <a:ext cx="48006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929E87D2-D3BB-44CF-FE5C-FB5B052053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81800" y="2511878"/>
            <a:ext cx="4114800" cy="29718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91C34E7-4FF7-FEF1-180A-49563C0399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009C87F-02E3-833E-DE4B-18954A56817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A7F3A24-2893-4C44-AB6A-BC60C5585D86}" type="datetime1">
              <a:rPr lang="en-US" smtClean="0"/>
              <a:t>9/1/2026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40D52F-7842-67C5-0A6E-CA35EFCC23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693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y dotted background&#10;&#10;AI-generated content may be incorrect.">
            <a:extLst>
              <a:ext uri="{FF2B5EF4-FFF2-40B4-BE49-F238E27FC236}">
                <a16:creationId xmlns:a16="http://schemas.microsoft.com/office/drawing/2014/main" id="{7657814E-78C8-0696-74A0-DB1A364087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828800"/>
            <a:ext cx="6096000" cy="50292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6C33899-0996-4D83-78E7-499D62E7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10969753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E0F3FEB-D102-A8BC-EA04-D63E8FC72F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514600"/>
            <a:ext cx="5414271" cy="4343400"/>
          </a:xfrm>
          <a:blipFill>
            <a:blip r:embed="rId3">
              <a:alphaModFix amt="60000"/>
            </a:blip>
            <a:stretch>
              <a:fillRect l="-1461" t="-1593" r="-3" b="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1801" y="1828800"/>
            <a:ext cx="4800600" cy="4343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5645-648D-797A-0DEC-486CE6E1D8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81801" y="63246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7D96C-82A8-67BE-703F-26DA5449E92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928860" y="6324600"/>
            <a:ext cx="1226392" cy="365760"/>
          </a:xfrm>
        </p:spPr>
        <p:txBody>
          <a:bodyPr/>
          <a:lstStyle/>
          <a:p>
            <a:fld id="{4B851480-9C3E-4904-838F-0F4DBBC2276C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A0B3-4996-A9BB-4451-E475B7B35AE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6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A3314ABC-2465-D9D0-3E92-86AF59C84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05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ED84B0-726E-F866-3613-ACCF9B32C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685800"/>
            <a:ext cx="6858000" cy="6858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D6F296C-FE02-3A61-1A92-8ADE7393D6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685800"/>
            <a:ext cx="3198125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6B314B4-5EDC-FD2F-8A7F-FC82FE1D5B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1600200"/>
            <a:ext cx="6858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C8BED085-BAE4-6B9C-3154-13EC34E4DF5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62961" y="6324600"/>
            <a:ext cx="1905001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42A8F41-BCA3-C41D-0446-EB35DE41B66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45F542D-7892-4F8D-8652-8CC278D8D75D}" type="datetime1">
              <a:rPr lang="en-US" smtClean="0"/>
              <a:t>9/1/2026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B59FCF2-BB9C-F302-4481-EC15FFAFA4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186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C3B56AC0-7196-7F0D-4DCE-46BE26306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87000" y="0"/>
            <a:ext cx="1905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EE08438-70B6-6613-D1B7-9A664A3C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6858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9452CDE-5780-B6A2-D77B-39B210EBFF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00200"/>
            <a:ext cx="6858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53497ECA-068F-5436-4779-DA1F8D6363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93057" y="685800"/>
            <a:ext cx="3198125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19">
            <a:extLst>
              <a:ext uri="{FF2B5EF4-FFF2-40B4-BE49-F238E27FC236}">
                <a16:creationId xmlns:a16="http://schemas.microsoft.com/office/drawing/2014/main" id="{826B4B55-5548-712F-DF35-2D8550EC0EB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18">
            <a:extLst>
              <a:ext uri="{FF2B5EF4-FFF2-40B4-BE49-F238E27FC236}">
                <a16:creationId xmlns:a16="http://schemas.microsoft.com/office/drawing/2014/main" id="{A21D7F09-E7BE-3BD6-0A1F-B9C54CA9E50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33386" y="6324600"/>
            <a:ext cx="1466220" cy="365760"/>
          </a:xfrm>
        </p:spPr>
        <p:txBody>
          <a:bodyPr/>
          <a:lstStyle/>
          <a:p>
            <a:fld id="{E66380BD-4707-4A44-AF39-A93F7AB449A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20">
            <a:extLst>
              <a:ext uri="{FF2B5EF4-FFF2-40B4-BE49-F238E27FC236}">
                <a16:creationId xmlns:a16="http://schemas.microsoft.com/office/drawing/2014/main" id="{C255E501-3927-486A-3C59-DEC3CD57413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399606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43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y square with a black border&#10;&#10;AI-generated content may be incorrect.">
            <a:extLst>
              <a:ext uri="{FF2B5EF4-FFF2-40B4-BE49-F238E27FC236}">
                <a16:creationId xmlns:a16="http://schemas.microsoft.com/office/drawing/2014/main" id="{256C6C39-3DCA-6335-6A08-870476742F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/>
          <a:stretch>
            <a:fillRect/>
          </a:stretch>
        </p:blipFill>
        <p:spPr>
          <a:xfrm>
            <a:off x="609599" y="2057399"/>
            <a:ext cx="4572000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0" cy="12801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99A795-B87A-3D37-4CDD-90B1EBF8C37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95399" y="2744804"/>
            <a:ext cx="3200400" cy="2739991"/>
          </a:xfrm>
          <a:blipFill>
            <a:blip r:embed="rId3">
              <a:alphaModFix amt="60000"/>
            </a:blip>
            <a:stretch>
              <a:fillRect l="-2482" t="-3428" r="-2386" b="-165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9" y="685800"/>
            <a:ext cx="5486401" cy="5486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4183C-F6B4-75E5-6B5B-AC47845EA9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B91FE-883B-1DB8-33FB-0EB542DE73F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175CAC-E352-4561-8E28-B6ED8CF2914A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633B6-C5C4-787D-1C56-5BA0FF00A9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085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y dot pattern&#10;&#10;AI-generated content may be incorrect.">
            <a:extLst>
              <a:ext uri="{FF2B5EF4-FFF2-40B4-BE49-F238E27FC236}">
                <a16:creationId xmlns:a16="http://schemas.microsoft.com/office/drawing/2014/main" id="{B8580631-B354-1FBF-E780-7E1EE53BE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7"/>
          <a:stretch>
            <a:fillRect/>
          </a:stretch>
        </p:blipFill>
        <p:spPr>
          <a:xfrm>
            <a:off x="609600" y="2057400"/>
            <a:ext cx="3652838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9634" cy="12801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D797A2-34EB-87A5-15BF-E89B5B1B6124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294210" y="2743292"/>
            <a:ext cx="2283619" cy="2743016"/>
          </a:xfrm>
          <a:blipFill>
            <a:blip r:embed="rId3">
              <a:alphaModFix amt="60000"/>
            </a:blip>
            <a:stretch>
              <a:fillRect l="-1" t="-1764" r="-1774" b="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685800"/>
            <a:ext cx="6396038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4563C-AA84-555C-F763-7885A7F3A1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67F93-7603-B7DC-9BE8-3FF476AB278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4C67D6-C857-4EAC-8862-FF45A98D92CE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BAB14-9FBA-8CC1-EF02-5958060AB4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547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orange border&#10;&#10;AI-generated content may be incorrect.">
            <a:extLst>
              <a:ext uri="{FF2B5EF4-FFF2-40B4-BE49-F238E27FC236}">
                <a16:creationId xmlns:a16="http://schemas.microsoft.com/office/drawing/2014/main" id="{DB8837A2-C8E0-29A4-3EBA-144B9D517D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798556F-AB18-7279-8D01-14AE73E4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4419601"/>
            <a:ext cx="6861048" cy="914400"/>
          </a:xfrm>
        </p:spPr>
        <p:txBody>
          <a:bodyPr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526D549F-846A-4500-196F-F9951E2EB2E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66800" y="1143001"/>
            <a:ext cx="10058400" cy="3505200"/>
          </a:xfrm>
        </p:spPr>
        <p:txBody>
          <a:bodyPr anchor="b"/>
          <a:lstStyle>
            <a:lvl1pPr>
              <a:defRPr sz="24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75B5C3-B0F0-987D-370B-EC33B96C12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A937ADF-F85F-459F-E91C-22BE8810757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066E0BC0-D3CC-4F3E-ABC9-BBC25B85B570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830850-56B2-972A-2040-2D9339E911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8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058188CF-61CE-4F9F-364A-7159BBC8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550DD43-5842-35C5-48F7-F1BBA9D05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476" y="4501080"/>
            <a:ext cx="6861048" cy="9144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8540DC96-3F2C-3CC4-960D-19C9DAC0B3D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5276" y="1567338"/>
            <a:ext cx="10061448" cy="35052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9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30980-B18C-8908-620F-92115D408A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AC3F74-8C16-E904-899B-62DB4A46475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13DCCC-E395-496A-8D92-6ADF450A4F6E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0692E-1664-8065-BF0B-1593F6B2BD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235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DF59D4-84C1-9F4C-76D0-EEA83BAA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199" y="4419601"/>
            <a:ext cx="7318247" cy="914400"/>
          </a:xfrm>
        </p:spPr>
        <p:txBody>
          <a:bodyPr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C2566DE-6880-3A9B-18AA-092EE69AEDB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7200" y="1143001"/>
            <a:ext cx="7315200" cy="3505200"/>
          </a:xfrm>
        </p:spPr>
        <p:txBody>
          <a:bodyPr anchor="b"/>
          <a:lstStyle>
            <a:lvl1pPr>
              <a:defRPr sz="24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383D10-FF1B-01E8-CB62-C819178C6F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67200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263B64-CA6B-7799-881A-3AA5BFF6E4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012BE28-C0F9-4EE7-9030-B3651B014486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A9DF9-0453-76C5-B4E9-75082D6A71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black and grey dot pattern&#10;&#10;AI-generated content may be incorrect.">
            <a:extLst>
              <a:ext uri="{FF2B5EF4-FFF2-40B4-BE49-F238E27FC236}">
                <a16:creationId xmlns:a16="http://schemas.microsoft.com/office/drawing/2014/main" id="{7BC865C6-B341-1AC4-4143-1126E3EE04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65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369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dotted background&#10;&#10;AI-generated content may be incorrect.">
            <a:extLst>
              <a:ext uri="{FF2B5EF4-FFF2-40B4-BE49-F238E27FC236}">
                <a16:creationId xmlns:a16="http://schemas.microsoft.com/office/drawing/2014/main" id="{83CA53B7-A9F5-8454-77D4-7CEBA0CC1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47A4DD-A2C6-1C09-87A4-EF6CE17FE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F1A2FF02-E01C-DC03-AE4A-BBB5D63E71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708102"/>
            <a:ext cx="9144000" cy="548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1pPr>
            <a:lvl2pPr marL="22860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2pPr>
            <a:lvl3pPr marL="45720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3pPr>
            <a:lvl4pPr marL="68580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4pPr>
            <a:lvl5pPr marL="91440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9CD8591-97F0-B6D9-529B-D7B28DB39C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spc="50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A9F3EC3-64D7-6BC1-D266-7FA548864E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8C261DC-9392-4A26-9CD5-3BF117989A1A}" type="datetime1">
              <a:rPr lang="en-US" smtClean="0"/>
              <a:t>9/1/2026</a:t>
            </a:fld>
            <a:endParaRPr lang="en-US" spc="5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C604E0B-2890-F436-EE3A-7E81D2A895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spc="50"/>
          </a:p>
        </p:txBody>
      </p:sp>
    </p:spTree>
    <p:extLst>
      <p:ext uri="{BB962C8B-B14F-4D97-AF65-F5344CB8AC3E}">
        <p14:creationId xmlns:p14="http://schemas.microsoft.com/office/powerpoint/2010/main" val="27636325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y dot pattern&#10;&#10;AI-generated content may be incorrect.">
            <a:extLst>
              <a:ext uri="{FF2B5EF4-FFF2-40B4-BE49-F238E27FC236}">
                <a16:creationId xmlns:a16="http://schemas.microsoft.com/office/drawing/2014/main" id="{05193777-B9B8-6387-2562-1062ECFB4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9" r="13624"/>
          <a:stretch>
            <a:fillRect/>
          </a:stretch>
        </p:blipFill>
        <p:spPr>
          <a:xfrm flipH="1">
            <a:off x="9713942" y="0"/>
            <a:ext cx="247805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326C21-7638-7C77-12C8-3612E695380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2649" y="685798"/>
            <a:ext cx="7772400" cy="5029199"/>
          </a:xfrm>
        </p:spPr>
        <p:txBody>
          <a:bodyPr anchor="t"/>
          <a:lstStyle>
            <a:lvl1pPr>
              <a:lnSpc>
                <a:spcPct val="90000"/>
              </a:lnSpc>
              <a:defRPr sz="5800">
                <a:latin typeface="+mj-lt"/>
              </a:defRPr>
            </a:lvl1pPr>
            <a:lvl2pPr>
              <a:lnSpc>
                <a:spcPct val="90000"/>
              </a:lnSpc>
              <a:defRPr sz="5800">
                <a:latin typeface="+mj-lt"/>
              </a:defRPr>
            </a:lvl2pPr>
            <a:lvl3pPr>
              <a:lnSpc>
                <a:spcPct val="90000"/>
              </a:lnSpc>
              <a:defRPr sz="5800">
                <a:latin typeface="+mj-lt"/>
              </a:defRPr>
            </a:lvl3pPr>
            <a:lvl4pPr>
              <a:lnSpc>
                <a:spcPct val="90000"/>
              </a:lnSpc>
              <a:defRPr sz="5800">
                <a:latin typeface="+mj-lt"/>
              </a:defRPr>
            </a:lvl4pPr>
            <a:lvl5pPr>
              <a:lnSpc>
                <a:spcPct val="90000"/>
              </a:lnSpc>
              <a:defRPr sz="580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03485E-C416-9DF3-107A-ABCB7740E19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>
              <a:latin typeface="Bierstadt" panose="020B000402020202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F9225FA-835C-ECA1-6B03-C2B3072FB7A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096000" y="6324600"/>
            <a:ext cx="2316052" cy="365760"/>
          </a:xfrm>
        </p:spPr>
        <p:txBody>
          <a:bodyPr/>
          <a:lstStyle/>
          <a:p>
            <a:fld id="{1826C0E7-372D-46C1-9317-57A6920A372C}" type="datetime1">
              <a:rPr lang="en-US" smtClean="0"/>
              <a:t>9/1/2026</a:t>
            </a:fld>
            <a:endParaRPr lang="en-US" dirty="0">
              <a:latin typeface="Bierstadt" panose="020B0004020202020204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E2E308-6A98-3632-ADDB-FF0EA656D9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412052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743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orange border&#10;&#10;AI-generated content may be incorrect.">
            <a:extLst>
              <a:ext uri="{FF2B5EF4-FFF2-40B4-BE49-F238E27FC236}">
                <a16:creationId xmlns:a16="http://schemas.microsoft.com/office/drawing/2014/main" id="{9D582707-A7B8-AAE2-0851-F3938D7FA1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2B277D4-AD29-FCC6-61F0-1CD01220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704B99C-8DCC-0A86-0D3A-C2B415984BD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66801" y="1295400"/>
            <a:ext cx="8686800" cy="4114800"/>
          </a:xfrm>
        </p:spPr>
        <p:txBody>
          <a:bodyPr anchor="ctr"/>
          <a:lstStyle>
            <a:lvl1pPr>
              <a:lnSpc>
                <a:spcPct val="90000"/>
              </a:lnSpc>
              <a:defRPr sz="5600">
                <a:latin typeface="+mj-lt"/>
              </a:defRPr>
            </a:lvl1pPr>
            <a:lvl2pPr>
              <a:lnSpc>
                <a:spcPct val="90000"/>
              </a:lnSpc>
              <a:defRPr sz="5600">
                <a:latin typeface="+mj-lt"/>
              </a:defRPr>
            </a:lvl2pPr>
            <a:lvl3pPr>
              <a:lnSpc>
                <a:spcPct val="90000"/>
              </a:lnSpc>
              <a:defRPr sz="5600">
                <a:latin typeface="+mj-lt"/>
              </a:defRPr>
            </a:lvl3pPr>
            <a:lvl4pPr>
              <a:lnSpc>
                <a:spcPct val="90000"/>
              </a:lnSpc>
              <a:defRPr sz="5600">
                <a:latin typeface="+mj-lt"/>
              </a:defRPr>
            </a:lvl4pPr>
            <a:lvl5pPr>
              <a:lnSpc>
                <a:spcPct val="90000"/>
              </a:lnSpc>
              <a:defRPr sz="560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5E1BEAE8-8E45-E594-E346-0E6C21EAD5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8" name="Date Placeholder 9">
            <a:extLst>
              <a:ext uri="{FF2B5EF4-FFF2-40B4-BE49-F238E27FC236}">
                <a16:creationId xmlns:a16="http://schemas.microsoft.com/office/drawing/2014/main" id="{1F2568F0-248D-B4BF-6F65-82D5B6E544E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4983C6A8-54CB-41D1-A089-3AFED481F6EC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20" name="Slide Number Placeholder 11">
            <a:extLst>
              <a:ext uri="{FF2B5EF4-FFF2-40B4-BE49-F238E27FC236}">
                <a16:creationId xmlns:a16="http://schemas.microsoft.com/office/drawing/2014/main" id="{4F996A72-EDA1-7529-29B1-D56C433141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58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rectangular frame with a black border&#10;&#10;AI-generated content may be incorrect.">
            <a:extLst>
              <a:ext uri="{FF2B5EF4-FFF2-40B4-BE49-F238E27FC236}">
                <a16:creationId xmlns:a16="http://schemas.microsoft.com/office/drawing/2014/main" id="{E4EEFA0C-6B33-D1E1-AD8F-5427BA2D2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A67C19E-DAE7-BA43-46B0-3F466F5B5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58C50C6E-9FBE-8648-0105-7AF171E3E8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95500" y="1117600"/>
            <a:ext cx="8001000" cy="452628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1pPr>
            <a:lvl2pPr marL="22860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2pPr>
            <a:lvl3pPr marL="45720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3pPr>
            <a:lvl4pPr marL="68580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4pPr>
            <a:lvl5pPr marL="91440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Footer Placeholder 10">
            <a:extLst>
              <a:ext uri="{FF2B5EF4-FFF2-40B4-BE49-F238E27FC236}">
                <a16:creationId xmlns:a16="http://schemas.microsoft.com/office/drawing/2014/main" id="{AEEC59E6-F6D6-0D4C-E1B6-6A85ED15A83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9" name="Date Placeholder 9">
            <a:extLst>
              <a:ext uri="{FF2B5EF4-FFF2-40B4-BE49-F238E27FC236}">
                <a16:creationId xmlns:a16="http://schemas.microsoft.com/office/drawing/2014/main" id="{2FAD2233-9A0E-21C0-12D2-49BB21605B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FBAD4BDD-5338-427B-97DB-ACD8F44C83B4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21" name="Slide Number Placeholder 11">
            <a:extLst>
              <a:ext uri="{FF2B5EF4-FFF2-40B4-BE49-F238E27FC236}">
                <a16:creationId xmlns:a16="http://schemas.microsoft.com/office/drawing/2014/main" id="{608AA2A0-9EF1-E88A-5EB3-976C107A2E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809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tan dotted frame&#10;&#10;AI-generated content may be incorrect.">
            <a:extLst>
              <a:ext uri="{FF2B5EF4-FFF2-40B4-BE49-F238E27FC236}">
                <a16:creationId xmlns:a16="http://schemas.microsoft.com/office/drawing/2014/main" id="{0B84AD61-8B20-7000-457C-4421BACE09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B460CB2-7D1F-2D81-6F8C-130E3B539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Footer Placeholder 10">
            <a:extLst>
              <a:ext uri="{FF2B5EF4-FFF2-40B4-BE49-F238E27FC236}">
                <a16:creationId xmlns:a16="http://schemas.microsoft.com/office/drawing/2014/main" id="{2683E67C-65C7-2F7D-C539-3D63F7135D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853440"/>
            <a:ext cx="2740154" cy="36576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2" name="Date Placeholder 9">
            <a:extLst>
              <a:ext uri="{FF2B5EF4-FFF2-40B4-BE49-F238E27FC236}">
                <a16:creationId xmlns:a16="http://schemas.microsoft.com/office/drawing/2014/main" id="{82BC600C-0724-301D-7230-7FCC9041323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854264"/>
            <a:ext cx="2316052" cy="365760"/>
          </a:xfrm>
        </p:spPr>
        <p:txBody>
          <a:bodyPr/>
          <a:lstStyle/>
          <a:p>
            <a:fld id="{ABFC51A3-7B90-4B7F-912A-702046934642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23" name="Slide Number Placeholder 11">
            <a:extLst>
              <a:ext uri="{FF2B5EF4-FFF2-40B4-BE49-F238E27FC236}">
                <a16:creationId xmlns:a16="http://schemas.microsoft.com/office/drawing/2014/main" id="{365494A3-80B6-3658-79A7-20E3D6F2F2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854264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4E87F2-865B-B5FF-A579-ED3E818EA3C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66800" y="1600200"/>
            <a:ext cx="8233317" cy="4114800"/>
          </a:xfrm>
        </p:spPr>
        <p:txBody>
          <a:bodyPr anchor="b"/>
          <a:lstStyle>
            <a:lvl1pPr>
              <a:lnSpc>
                <a:spcPct val="90000"/>
              </a:lnSpc>
              <a:defRPr sz="5800">
                <a:latin typeface="+mj-lt"/>
              </a:defRPr>
            </a:lvl1pPr>
            <a:lvl2pPr>
              <a:lnSpc>
                <a:spcPct val="90000"/>
              </a:lnSpc>
              <a:defRPr sz="5800">
                <a:latin typeface="+mj-lt"/>
              </a:defRPr>
            </a:lvl2pPr>
            <a:lvl3pPr>
              <a:lnSpc>
                <a:spcPct val="90000"/>
              </a:lnSpc>
              <a:defRPr sz="5800">
                <a:latin typeface="+mj-lt"/>
              </a:defRPr>
            </a:lvl3pPr>
            <a:lvl4pPr>
              <a:lnSpc>
                <a:spcPct val="90000"/>
              </a:lnSpc>
              <a:defRPr sz="5800">
                <a:latin typeface="+mj-lt"/>
              </a:defRPr>
            </a:lvl4pPr>
            <a:lvl5pPr>
              <a:lnSpc>
                <a:spcPct val="90000"/>
              </a:lnSpc>
              <a:defRPr sz="580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8481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dotted background&#10;&#10;AI-generated content may be incorrect.">
            <a:extLst>
              <a:ext uri="{FF2B5EF4-FFF2-40B4-BE49-F238E27FC236}">
                <a16:creationId xmlns:a16="http://schemas.microsoft.com/office/drawing/2014/main" id="{920CAEDF-C09D-E128-EB40-18996143EA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577" y="4770120"/>
            <a:ext cx="9144000" cy="640080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b="0" i="0" cap="all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0577" y="1661160"/>
            <a:ext cx="9144000" cy="30632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5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6C4D4-1A9F-BDB4-C923-1E7F95AC98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spc="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EF07D-9D79-6E70-CC05-6A468977F7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B61C43-8B24-41D3-A745-4CC8C756699F}" type="datetime1">
              <a:rPr lang="en-US" smtClean="0"/>
              <a:t>9/1/2026</a:t>
            </a:fld>
            <a:endParaRPr lang="en-US" spc="5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724F4E3-0FA5-8E5C-22A4-EBDFA7916A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spc="50"/>
          </a:p>
        </p:txBody>
      </p:sp>
    </p:spTree>
    <p:extLst>
      <p:ext uri="{BB962C8B-B14F-4D97-AF65-F5344CB8AC3E}">
        <p14:creationId xmlns:p14="http://schemas.microsoft.com/office/powerpoint/2010/main" val="15068029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9F18B8E-3A5B-8BAD-F947-71AF6E28F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227576"/>
            <a:ext cx="9144000" cy="640080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000" b="0" i="0" cap="all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C545B30A-72BC-FAD2-4853-E96D67BED9E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789176"/>
            <a:ext cx="9144000" cy="242316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90000"/>
              </a:lnSpc>
              <a:spcBef>
                <a:spcPts val="0"/>
              </a:spcBef>
              <a:buNone/>
              <a:defRPr sz="5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F4FD33B7-7446-3117-D472-830141E2B48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2230D830-5904-6134-FE94-D476221700B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88856AA3-9224-42C9-9F25-69DCB906684A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FF40DCCD-8CFF-2D67-B103-11F0D13580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black rectangular frame with a black border&#10;&#10;AI-generated content may be incorrect.">
            <a:extLst>
              <a:ext uri="{FF2B5EF4-FFF2-40B4-BE49-F238E27FC236}">
                <a16:creationId xmlns:a16="http://schemas.microsoft.com/office/drawing/2014/main" id="{9CAD3044-2905-530A-2514-848F3A27E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orange dotted border&#10;&#10;AI-generated content may be incorrect.">
            <a:extLst>
              <a:ext uri="{FF2B5EF4-FFF2-40B4-BE49-F238E27FC236}">
                <a16:creationId xmlns:a16="http://schemas.microsoft.com/office/drawing/2014/main" id="{D6E3D123-6108-6F2D-0799-F4FBD06D2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BB41CFD-415E-E8E1-6ED3-E137738F9C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191000"/>
            <a:ext cx="9144000" cy="640080"/>
          </a:xfrm>
        </p:spPr>
        <p:txBody>
          <a:bodyPr anchor="t">
            <a:normAutofit/>
          </a:bodyPr>
          <a:lstStyle>
            <a:lvl1pPr algn="r">
              <a:lnSpc>
                <a:spcPct val="120000"/>
              </a:lnSpc>
              <a:defRPr sz="2000" b="0" i="0" cap="all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D559C-7EAD-F427-03EC-AF7389640EE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752600"/>
            <a:ext cx="9144000" cy="2422525"/>
          </a:xfrm>
        </p:spPr>
        <p:txBody>
          <a:bodyPr anchor="ctr"/>
          <a:lstStyle>
            <a:lvl1pPr>
              <a:lnSpc>
                <a:spcPct val="90000"/>
              </a:lnSpc>
              <a:defRPr sz="44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4C2C9E91-0F3A-820E-FC06-C9056AE00C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189813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80397A70-DC90-46D3-DB8E-97B53956159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189813"/>
            <a:ext cx="2316052" cy="365760"/>
          </a:xfrm>
        </p:spPr>
        <p:txBody>
          <a:bodyPr/>
          <a:lstStyle/>
          <a:p>
            <a:fld id="{CD8DFF46-A164-47B9-AF80-46919F296486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14" name="Slide Number Placeholder 11">
            <a:extLst>
              <a:ext uri="{FF2B5EF4-FFF2-40B4-BE49-F238E27FC236}">
                <a16:creationId xmlns:a16="http://schemas.microsoft.com/office/drawing/2014/main" id="{E2112489-C00A-818A-7990-2DED390C79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189813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676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70BC-EEB8-F6E6-93B1-7E5D7398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91439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8800"/>
            <a:ext cx="507492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7480" y="1828800"/>
            <a:ext cx="507492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161FE4-5FAE-7EB7-B546-615D8AE875D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CC79E51-2C61-1391-B6C2-701DB705B07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A98DA06-2BA9-4DF1-B428-AE8057CEB808}" type="datetime1">
              <a:rPr lang="en-US" smtClean="0"/>
              <a:t>9/1/2026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79E352-1412-1A30-6EB6-4A0B5337FDB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25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1CAB-469B-DE5B-5236-48C08972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91439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61160"/>
            <a:ext cx="50749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5074920" cy="3886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AE8382B-40FE-0ED9-FB9B-B2BAB46403F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507482" y="1661160"/>
            <a:ext cx="50749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289F959-7E36-DF82-959F-A8F7B80ADE9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507482" y="2286000"/>
            <a:ext cx="5074920" cy="3886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F538691-934A-5A9D-4676-BB79AD5A458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F68E1D6-A564-105B-E511-D8F5700282B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D4A7F41-819A-4AD4-B204-5B8D92C7953F}" type="datetime1">
              <a:rPr lang="en-US" smtClean="0"/>
              <a:t>9/1/2026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894B6BE-43E5-C325-631B-761CED9C32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732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78FD6E1-417D-F405-FAD4-C2A778B9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91439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35013D-3992-6CD2-D5DF-AE95ADC39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FA572D8-F605-3D95-ECDF-42C6DEBB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692B-25CA-46DF-AC21-C6C1BF78417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6507EE-DC4E-94B5-F4C6-FD00B4C4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345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C0A5B-0B5C-5097-1957-035D2A15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9391B-BDA0-68FB-1AC8-CB006341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45D1-B28E-4849-A1DE-A51058A3E62D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8AA31-A846-F589-2169-9C7179D0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971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9943"/>
            <a:ext cx="3654552" cy="13716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14600"/>
            <a:ext cx="3654552" cy="36576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99943"/>
            <a:ext cx="6400800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DA4506B-713E-220B-068F-B0B25AE6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B14A082-D843-C646-C2A6-F08EB6B2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3541-43EB-4949-95D0-F2EA40ED5098}" type="datetime1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77A6F1-8FBB-A309-5CAA-0DBB5696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34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y halftone background&#10;&#10;AI-generated content may be incorrect.">
            <a:extLst>
              <a:ext uri="{FF2B5EF4-FFF2-40B4-BE49-F238E27FC236}">
                <a16:creationId xmlns:a16="http://schemas.microsoft.com/office/drawing/2014/main" id="{7F7A679A-FA1D-622E-F231-A4E4A1AE1B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74931" y="0"/>
            <a:ext cx="381706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4552" cy="16002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14600"/>
            <a:ext cx="3654552" cy="365760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99DA875B-BECF-933F-3568-FE94A114D6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81600" y="685800"/>
            <a:ext cx="6400800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031E3C-B23B-81FF-6740-AC10A222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14A63-F7E8-1698-A680-4928B2366E6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099048" y="6324600"/>
            <a:ext cx="1361485" cy="365760"/>
          </a:xfrm>
        </p:spPr>
        <p:txBody>
          <a:bodyPr/>
          <a:lstStyle/>
          <a:p>
            <a:fld id="{1E2AB0FF-6ABC-4F2E-B25A-69D7515FD30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4239E083-1F7C-5916-506B-52AA860FF1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488936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402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336A66-331F-E055-6C07-2BC87574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57200"/>
            <a:ext cx="8229600" cy="228600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7C865E8F-9A7B-532D-49F3-081B3802342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52800" y="3169920"/>
            <a:ext cx="8229600" cy="2286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60948E3-467F-66AA-0061-059AB8A4AF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52800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7AEEE-B87A-7B65-6B0F-E4C052FF59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171308D-700A-44EC-9CF9-EFE77F6197F4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7AED4-8F03-40E5-C8B1-83E389EA0D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A black and grey dot pattern&#10;&#10;AI-generated content may be incorrect.">
            <a:extLst>
              <a:ext uri="{FF2B5EF4-FFF2-40B4-BE49-F238E27FC236}">
                <a16:creationId xmlns:a16="http://schemas.microsoft.com/office/drawing/2014/main" id="{0B5C9B92-6304-7A7A-43B8-4134EE8050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9" r="13624"/>
          <a:stretch>
            <a:fillRect/>
          </a:stretch>
        </p:blipFill>
        <p:spPr>
          <a:xfrm>
            <a:off x="0" y="0"/>
            <a:ext cx="2478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67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otted background&#10;&#10;AI-generated content may be incorrect.">
            <a:extLst>
              <a:ext uri="{FF2B5EF4-FFF2-40B4-BE49-F238E27FC236}">
                <a16:creationId xmlns:a16="http://schemas.microsoft.com/office/drawing/2014/main" id="{93851CB0-A70B-3ABF-19E2-53819D901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905000"/>
            <a:ext cx="8226553" cy="182880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886200"/>
            <a:ext cx="7312025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12F38-96E6-6235-EAFF-37CE475E37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7088C7-924D-CBD6-8E07-48926EA81D8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F6C2322-8D25-4C67-AD7E-90FC16B3022C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8941E-F9EB-1A56-B764-78CFEDAE60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3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799"/>
            <a:ext cx="10972800" cy="8229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7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36CB326-6DAC-2725-2EB6-36B42440A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24600"/>
            <a:ext cx="274015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800" b="0" i="0" cap="all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C296CF0-CE73-63F2-D79D-60F24B92B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39200" y="6324600"/>
            <a:ext cx="231605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800" b="0" i="0" cap="all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4C1107AE-1579-40FB-9BBE-CB09C3B3704E}" type="datetime1">
              <a:rPr lang="en-US" smtClean="0"/>
              <a:t>9/1/2026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1369C0B-9017-143A-7802-EF4A1822C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252" y="6324600"/>
            <a:ext cx="42714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800" b="0" i="0" cap="all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  <p:sldLayoutId id="2147483756" r:id="rId36"/>
    <p:sldLayoutId id="2147483757" r:id="rId37"/>
    <p:sldLayoutId id="2147483758" r:id="rId38"/>
    <p:sldLayoutId id="2147483759" r:id="rId39"/>
    <p:sldLayoutId id="2147483760" r:id="rId40"/>
    <p:sldLayoutId id="2147483761" r:id="rId41"/>
    <p:sldLayoutId id="2147483762" r:id="rId42"/>
    <p:sldLayoutId id="2147483763" r:id="rId43"/>
    <p:sldLayoutId id="2147483764" r:id="rId44"/>
    <p:sldLayoutId id="2147483765" r:id="rId45"/>
    <p:sldLayoutId id="2147483766" r:id="rId46"/>
    <p:sldLayoutId id="2147483769" r:id="rId47"/>
    <p:sldLayoutId id="2147483770" r:id="rId48"/>
    <p:sldLayoutId id="2147483771" r:id="rId49"/>
    <p:sldLayoutId id="2147483772" r:id="rId50"/>
    <p:sldLayoutId id="2147483773" r:id="rId51"/>
    <p:sldLayoutId id="2147483774" r:id="rId52"/>
    <p:sldLayoutId id="2147483767" r:id="rId53"/>
    <p:sldLayoutId id="2147483768" r:id="rId54"/>
  </p:sldLayoutIdLst>
  <p:hf hdr="0" dt="0"/>
  <p:txStyles>
    <p:titleStyle>
      <a:lvl1pPr algn="r" defTabSz="914400" rtl="1" eaLnBrk="1" latinLnBrk="0" hangingPunct="1">
        <a:lnSpc>
          <a:spcPct val="8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r" defTabSz="914400" rtl="1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032" userDrawn="1">
          <p15:clr>
            <a:srgbClr val="F26B43"/>
          </p15:clr>
        </p15:guide>
        <p15:guide id="20" pos="3840" userDrawn="1">
          <p15:clr>
            <a:srgbClr val="F26B43"/>
          </p15:clr>
        </p15:guide>
        <p15:guide id="21" pos="7296" userDrawn="1">
          <p15:clr>
            <a:srgbClr val="F26B43"/>
          </p15:clr>
        </p15:guide>
        <p15:guide id="22" pos="384" userDrawn="1">
          <p15:clr>
            <a:srgbClr val="F26B43"/>
          </p15:clr>
        </p15:guide>
        <p15:guide id="23" pos="7440" userDrawn="1">
          <p15:clr>
            <a:srgbClr val="F26B43"/>
          </p15:clr>
        </p15:guide>
        <p15:guide id="24" pos="240" userDrawn="1">
          <p15:clr>
            <a:srgbClr val="F26B43"/>
          </p15:clr>
        </p15:guide>
        <p15:guide id="25" pos="96" userDrawn="1">
          <p15:clr>
            <a:srgbClr val="F26B43"/>
          </p15:clr>
        </p15:guide>
        <p15:guide id="26" pos="7584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176" userDrawn="1">
          <p15:clr>
            <a:srgbClr val="F26B43"/>
          </p15:clr>
        </p15:guide>
        <p15:guide id="29" orient="horz" pos="432" userDrawn="1">
          <p15:clr>
            <a:srgbClr val="F26B43"/>
          </p15:clr>
        </p15:guide>
        <p15:guide id="30" orient="horz" pos="3888" userDrawn="1">
          <p15:clr>
            <a:srgbClr val="F26B43"/>
          </p15:clr>
        </p15:guide>
        <p15:guide id="31" orient="horz" pos="288" userDrawn="1">
          <p15:clr>
            <a:srgbClr val="F26B43"/>
          </p15:clr>
        </p15:guide>
        <p15:guide id="3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fD6IVjqBRUW_OIvo9xxeMik7Q0Q4cTUMndgRZiMPIlJkSi4A/viewform?usp=dialog" TargetMode="Externa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BD59-4ADA-20CE-CC9F-A05189D8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134EBD-AABF-45AE-DF02-BEE7115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/>
              <a:t>Phishing Awareness Training</a:t>
            </a:r>
          </a:p>
        </p:txBody>
      </p:sp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B9210C6F-B96F-81B3-86BF-AAAC3AB5BAE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4" r="14"/>
          <a:stretch/>
        </p:blipFill>
        <p:spPr>
          <a:prstGeom prst="rect">
            <a:avLst/>
          </a:prstGeo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BB64300B-3D6B-4935-A334-86B747F668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9861" y="5147527"/>
            <a:ext cx="4213251" cy="15256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800" i="1"/>
              <a:t>Cybersecurity Internship-Christine Khayat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09B8B-E5AB-FEA0-2F20-71D4DBAB4B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96A34-6E88-DCDC-1A26-71EF2333498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0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7866-4D50-F54E-9AB0-0C9399CF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/>
              <a:t>What </a:t>
            </a:r>
            <a:r>
              <a:rPr lang="en-US" sz="4400" b="1"/>
              <a:t>is Phishing</a:t>
            </a:r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82B55-E491-465E-4191-45FD22B908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822451"/>
            <a:ext cx="4800600" cy="23203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400" b="1"/>
              <a:t>What Phishing is</a:t>
            </a:r>
          </a:p>
          <a:p>
            <a:pPr algn="l"/>
            <a:r>
              <a:rPr lang="en-US" sz="1800" dirty="0">
                <a:ea typeface="+mn-lt"/>
                <a:cs typeface="+mn-lt"/>
              </a:rPr>
              <a:t>a type of cyberattack where criminals pretend to be a trusted person or company to trick you into sharing private </a:t>
            </a:r>
            <a:r>
              <a:rPr lang="en-US" sz="1800">
                <a:ea typeface="+mn-lt"/>
                <a:cs typeface="+mn-lt"/>
              </a:rPr>
              <a:t>information like passwords, credit card numbers, or bank details</a:t>
            </a:r>
            <a:endParaRPr lang="en-US" sz="1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CE53-0056-0DC3-56DC-98F42C27FCC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8379811-4E43-51BE-8A56-F532B810624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5593" b="15593"/>
          <a:stretch/>
        </p:blipFill>
        <p:spPr>
          <a:xfrm>
            <a:off x="5695479" y="368968"/>
            <a:ext cx="6102153" cy="6141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86664-4604-746F-5F2E-EC29B71B8C6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A4EF1-799A-92C9-76B9-B4A2772BB21F}"/>
              </a:ext>
            </a:extLst>
          </p:cNvPr>
          <p:cNvSpPr txBox="1"/>
          <p:nvPr/>
        </p:nvSpPr>
        <p:spPr>
          <a:xfrm>
            <a:off x="721895" y="4277894"/>
            <a:ext cx="497305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Why Attackers use it</a:t>
            </a:r>
          </a:p>
          <a:p>
            <a:r>
              <a:rPr lang="en-US">
                <a:ea typeface="+mn-lt"/>
                <a:cs typeface="+mn-lt"/>
              </a:rPr>
              <a:t>Attackers use phishing because it is highly effective, cheap, and exploits human psychology rather than secure computer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86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B3615-ECF2-4E62-7881-13148FD7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AB2B-5E9C-ACEC-53AB-8794DB60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15" y="496986"/>
            <a:ext cx="10969753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ea typeface="+mj-lt"/>
                <a:cs typeface="+mj-lt"/>
              </a:rPr>
              <a:t>Key Reasons Attackers Use Phishing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2B67A-7CB5-1341-2977-F644DA1079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4238" y="1411047"/>
            <a:ext cx="5806248" cy="54380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600" b="1">
                <a:ea typeface="+mn-lt"/>
                <a:cs typeface="+mn-lt"/>
              </a:rPr>
              <a:t>Human Vulnerability:</a:t>
            </a:r>
            <a:r>
              <a:rPr lang="en-US" sz="1600">
                <a:ea typeface="+mn-lt"/>
                <a:cs typeface="+mn-lt"/>
              </a:rPr>
              <a:t> It is easier to trick a human into giving up a password than it is to hack through advanced security software</a:t>
            </a:r>
          </a:p>
          <a:p>
            <a:pPr algn="l"/>
            <a:r>
              <a:rPr lang="en-US" b="1">
                <a:ea typeface="+mn-lt"/>
                <a:cs typeface="+mn-lt"/>
              </a:rPr>
              <a:t>Low Cost:</a:t>
            </a:r>
            <a:r>
              <a:rPr lang="en-US" sz="1600">
                <a:ea typeface="+mn-lt"/>
                <a:cs typeface="+mn-lt"/>
              </a:rPr>
              <a:t> Sending millions of fake emails or text messages costs virtually nothing</a:t>
            </a:r>
          </a:p>
          <a:p>
            <a:pPr algn="l"/>
            <a:r>
              <a:rPr lang="en-US" b="1">
                <a:ea typeface="+mn-lt"/>
                <a:cs typeface="+mn-lt"/>
              </a:rPr>
              <a:t>High ROI:</a:t>
            </a:r>
            <a:r>
              <a:rPr lang="en-US" sz="1600">
                <a:ea typeface="+mn-lt"/>
                <a:cs typeface="+mn-lt"/>
              </a:rPr>
              <a:t> Attackers only need a tiny fraction of victims to fall for the scam to make a massive profit</a:t>
            </a:r>
          </a:p>
          <a:p>
            <a:pPr algn="l"/>
            <a:r>
              <a:rPr lang="en-US" b="1">
                <a:ea typeface="+mn-lt"/>
                <a:cs typeface="+mn-lt"/>
              </a:rPr>
              <a:t>Speed:</a:t>
            </a:r>
            <a:r>
              <a:rPr lang="en-US" sz="1600">
                <a:ea typeface="+mn-lt"/>
                <a:cs typeface="+mn-lt"/>
              </a:rPr>
              <a:t> Massive phishing campaigns can be launched globally in seconds</a:t>
            </a:r>
          </a:p>
          <a:p>
            <a:pPr algn="l"/>
            <a:r>
              <a:rPr lang="en-US" b="1">
                <a:ea typeface="+mn-lt"/>
                <a:cs typeface="+mn-lt"/>
              </a:rPr>
              <a:t>Easy Automation:</a:t>
            </a:r>
            <a:r>
              <a:rPr lang="en-US" sz="1600">
                <a:ea typeface="+mn-lt"/>
                <a:cs typeface="+mn-lt"/>
              </a:rPr>
              <a:t> Hackers use automated tools and AI to generate convincing text and fake landing pages rapidly</a:t>
            </a:r>
          </a:p>
          <a:p>
            <a:pPr algn="l"/>
            <a:r>
              <a:rPr lang="en-US" b="1">
                <a:ea typeface="+mn-lt"/>
                <a:cs typeface="+mn-lt"/>
              </a:rPr>
              <a:t>Anonymity:</a:t>
            </a:r>
            <a:r>
              <a:rPr lang="en-US" sz="1600">
                <a:ea typeface="+mn-lt"/>
                <a:cs typeface="+mn-lt"/>
              </a:rPr>
              <a:t> Cybercriminals can easily hide behind spoofed email addresses, fake phone numbers, and hidden web domains</a:t>
            </a:r>
          </a:p>
          <a:p>
            <a:pPr algn="l"/>
            <a:r>
              <a:rPr lang="en-US" b="1">
                <a:ea typeface="+mn-lt"/>
                <a:cs typeface="+mn-lt"/>
              </a:rPr>
              <a:t>Direct Access:</a:t>
            </a:r>
            <a:r>
              <a:rPr lang="en-US" sz="1600">
                <a:ea typeface="+mn-lt"/>
                <a:cs typeface="+mn-lt"/>
              </a:rPr>
              <a:t> Stealing a legitimate password gives attackers full control over a system without raising immediate red flags</a:t>
            </a:r>
            <a:endParaRPr lang="en-US" sz="16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78827-3A10-D87E-8DB8-AE01C831CDD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59859" y="6491705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5A81130-B0B3-00BA-2FEF-B6D2DE5EF54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-156" t="5859" b="6774"/>
          <a:stretch>
            <a:fillRect/>
          </a:stretch>
        </p:blipFill>
        <p:spPr>
          <a:xfrm>
            <a:off x="5872558" y="1839495"/>
            <a:ext cx="6321051" cy="5012829"/>
          </a:xfrm>
          <a:prstGeom prst="rect">
            <a:avLst/>
          </a:prstGeom>
          <a:blipFill>
            <a:blip r:embed="rId3">
              <a:alphaModFix amt="60000"/>
            </a:blip>
            <a:stretch>
              <a:fillRect l="-1461" t="-1593" r="-3" b="5"/>
            </a:stretch>
          </a:blipFill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96CAC-2B6B-75A2-41FB-263A6CC00D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06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690A1-F062-414C-F364-CE2682A3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F98F6-4E44-1CC6-1F5B-C2EE59CB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A5AE35-60F7-42EA-869C-D8DE9828AA70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2566152" y="263859"/>
            <a:ext cx="8903952" cy="6327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2C7E43-9AF5-C1FB-6B37-EF74554222C0}"/>
              </a:ext>
            </a:extLst>
          </p:cNvPr>
          <p:cNvSpPr txBox="1"/>
          <p:nvPr/>
        </p:nvSpPr>
        <p:spPr>
          <a:xfrm>
            <a:off x="115996" y="1488804"/>
            <a:ext cx="245310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/>
              <a:t>How Phishing Works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4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51A19-42A0-39E7-0FAD-DBC6DD7D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1DFFA-ADCE-D72C-E5A6-6D3173A6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340DC-F8D3-5276-2D7A-1581006D35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3579" y="-1337"/>
            <a:ext cx="10652125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How to </a:t>
            </a:r>
            <a:r>
              <a:rPr lang="en-US" sz="3600" b="1"/>
              <a:t>recognize Phishing Email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6D2D-CD31-E36E-19B4-5B552B3AF14C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737" y="590634"/>
            <a:ext cx="5530265" cy="636478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2800" b="1">
                <a:ea typeface="Roboto Light"/>
              </a:rPr>
              <a:t>Common Signs</a:t>
            </a:r>
            <a:endParaRPr lang="en-US" sz="2800" b="1"/>
          </a:p>
          <a:p>
            <a:pPr algn="l"/>
            <a:r>
              <a:rPr lang="en-US" sz="2800">
                <a:ea typeface="Roboto Light"/>
              </a:rPr>
              <a:t>Suspicious sender email</a:t>
            </a:r>
            <a:endParaRPr lang="en-US" sz="2800"/>
          </a:p>
          <a:p>
            <a:pPr algn="l"/>
            <a:r>
              <a:rPr lang="en-US" sz="2800">
                <a:ea typeface="Roboto Light"/>
              </a:rPr>
              <a:t>Urgent/threatening language</a:t>
            </a:r>
            <a:endParaRPr lang="en-US" sz="2800" dirty="0">
              <a:ea typeface="Roboto Light"/>
            </a:endParaRPr>
          </a:p>
          <a:p>
            <a:pPr algn="l"/>
            <a:r>
              <a:rPr lang="en-US" sz="2800">
                <a:ea typeface="Roboto Light"/>
              </a:rPr>
              <a:t>Unexpected attachments</a:t>
            </a:r>
            <a:endParaRPr lang="en-US" sz="2800"/>
          </a:p>
          <a:p>
            <a:pPr algn="l"/>
            <a:r>
              <a:rPr lang="en-US" sz="2800">
                <a:ea typeface="Roboto Light"/>
              </a:rPr>
              <a:t>Suspicious links</a:t>
            </a:r>
            <a:endParaRPr lang="en-US" sz="2800" dirty="0">
              <a:ea typeface="Roboto Light"/>
            </a:endParaRPr>
          </a:p>
          <a:p>
            <a:pPr algn="l"/>
            <a:r>
              <a:rPr lang="en-US" sz="2800" dirty="0">
                <a:ea typeface="Roboto Light"/>
              </a:rPr>
              <a:t>Spelling/</a:t>
            </a:r>
            <a:r>
              <a:rPr lang="en-US" sz="2800">
                <a:ea typeface="Roboto Light"/>
              </a:rPr>
              <a:t>grammar</a:t>
            </a:r>
            <a:r>
              <a:rPr lang="en-US" sz="2800" dirty="0">
                <a:ea typeface="Roboto Light"/>
              </a:rPr>
              <a:t> </a:t>
            </a:r>
            <a:r>
              <a:rPr lang="en-US" sz="2800" err="1">
                <a:ea typeface="Roboto Light"/>
              </a:rPr>
              <a:t>inconsistencie</a:t>
            </a:r>
            <a:r>
              <a:rPr lang="en-US" sz="2800" dirty="0">
                <a:ea typeface="Roboto Light"/>
              </a:rPr>
              <a:t>s</a:t>
            </a:r>
            <a:endParaRPr lang="en-US" sz="2800"/>
          </a:p>
          <a:p>
            <a:pPr algn="l"/>
            <a:r>
              <a:rPr lang="en-US" sz="2800">
                <a:ea typeface="Roboto Light"/>
              </a:rPr>
              <a:t>Requests for passwords or financial information</a:t>
            </a:r>
            <a:endParaRPr lang="en-US" sz="2800" dirty="0">
              <a:ea typeface="Roboto Light"/>
            </a:endParaRPr>
          </a:p>
          <a:p>
            <a:pPr algn="l"/>
            <a:r>
              <a:rPr lang="en-US" sz="2800" dirty="0">
                <a:ea typeface="Roboto Light"/>
              </a:rPr>
              <a:t>Offers that seems </a:t>
            </a:r>
            <a:r>
              <a:rPr lang="en-US" sz="2800">
                <a:ea typeface="Roboto Light"/>
              </a:rPr>
              <a:t>too good to be true</a:t>
            </a:r>
            <a:endParaRPr lang="en-US" sz="2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087B76-4175-4173-57AB-7C20C8931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736" y="1461568"/>
            <a:ext cx="6657476" cy="408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09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82A5F-0D34-F310-EC03-B47F3F3E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98" y="205132"/>
            <a:ext cx="6397626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/>
              <a:t>How to identify a Fake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065AD-E68B-0C46-B4C0-D25F7A54092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9120" y="881415"/>
            <a:ext cx="6941472" cy="580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600" b="1"/>
              <a:t>Key Indicators of a Fake Website</a:t>
            </a:r>
          </a:p>
          <a:p>
            <a:pPr algn="l"/>
            <a:r>
              <a:rPr lang="en-US" sz="1600" b="1" dirty="0"/>
              <a:t>Lookalike Domain Names:</a:t>
            </a:r>
            <a:r>
              <a:rPr lang="en-US" sz="1600"/>
              <a:t> Check the address bar for typos, extra letters, or weird extensions (like .com.co or .pay-paypal.com instead of .com)</a:t>
            </a:r>
          </a:p>
          <a:p>
            <a:pPr algn="l"/>
            <a:r>
              <a:rPr lang="en-US" sz="1600" b="1"/>
              <a:t>Missing or Mismatched HTTPS: </a:t>
            </a:r>
            <a:r>
              <a:rPr lang="en-US" sz="1600"/>
              <a:t>Genuine secure sites use HTTPS, but modern scammers use it too. Ensure the padlock icon is present and matches the brand you expect</a:t>
            </a:r>
          </a:p>
          <a:p>
            <a:pPr algn="l"/>
            <a:r>
              <a:rPr lang="en-US" sz="1600" b="1"/>
              <a:t>Urgent Calls to Action: </a:t>
            </a:r>
            <a:r>
              <a:rPr lang="en-US" sz="1600"/>
              <a:t>Scams often feature large pop-ups demanding immediate payment or warning that your account will be deleted</a:t>
            </a:r>
          </a:p>
          <a:p>
            <a:pPr algn="l"/>
            <a:r>
              <a:rPr lang="en-US" sz="1600" b="1"/>
              <a:t>Suspicious Payment Methods: </a:t>
            </a:r>
            <a:r>
              <a:rPr lang="en-US" sz="1600"/>
              <a:t>Avoid sites that demand payment via wire transfers, cryptocurrency, or gift cards instead of standard credit cards</a:t>
            </a:r>
          </a:p>
          <a:p>
            <a:pPr algn="l"/>
            <a:r>
              <a:rPr lang="en-US" sz="1600" b="1"/>
              <a:t>Low-Quality Design:</a:t>
            </a:r>
            <a:r>
              <a:rPr lang="en-US" sz="1600"/>
              <a:t> Look for blurry logos, broken links, formatting issues, and obvious spelling or grammatical errors</a:t>
            </a:r>
          </a:p>
          <a:p>
            <a:pPr algn="l"/>
            <a:r>
              <a:rPr lang="en-US" sz="1600" b="1"/>
              <a:t>No Contact Info:</a:t>
            </a:r>
            <a:r>
              <a:rPr lang="en-US" sz="1600"/>
              <a:t> Fake sites rarely have a legitimate "About Us" page, verifiable physical address, or working phone number</a:t>
            </a:r>
          </a:p>
          <a:p>
            <a:pPr algn="l"/>
            <a:r>
              <a:rPr lang="en-US" sz="1600" b="1"/>
              <a:t>Young Domain Age: </a:t>
            </a:r>
            <a:r>
              <a:rPr lang="en-US" sz="1600"/>
              <a:t>Use an online WHOIS tool to see when the site was created; scams usually feature websites created only days or weeks ago</a:t>
            </a:r>
            <a:endParaRPr lang="en-US"/>
          </a:p>
          <a:p>
            <a:pPr algn="l"/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34FCBFD-0A72-4D78-29DE-2C80ABF71B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31560" r="31560"/>
          <a:stretch/>
        </p:blipFill>
        <p:spPr>
          <a:xfrm>
            <a:off x="7055872" y="685801"/>
            <a:ext cx="5021178" cy="5486399"/>
          </a:xfrm>
          <a:prstGeom prst="rect">
            <a:avLst/>
          </a:prstGeo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50E4F-6FFA-5D50-A066-203B8C601D3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32329" y="6506671"/>
            <a:ext cx="274015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F430C-FE92-0E78-EEFF-33B30632268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54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AE630-C736-FB8A-B96B-DB0D3B73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735" y="110133"/>
            <a:ext cx="4071167" cy="11632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7DE03-D4E2-9D14-4BF8-75092AA8AB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337" y="900580"/>
            <a:ext cx="7194465" cy="594402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800" b="1">
                <a:ea typeface="+mn-lt"/>
                <a:cs typeface="+mn-lt"/>
              </a:rPr>
              <a:t>Social engineering</a:t>
            </a:r>
            <a:r>
              <a:rPr lang="en-US" sz="1600">
                <a:ea typeface="+mn-lt"/>
                <a:cs typeface="+mn-lt"/>
              </a:rPr>
              <a:t> is the psychological manipulation of people into performing actions or divulging confidential information. It focuses on hacking human psychology rather than exploiting computer hardware or software vulnerabilities</a:t>
            </a:r>
          </a:p>
          <a:p>
            <a:pPr algn="l"/>
            <a:r>
              <a:rPr lang="en-US" sz="1600">
                <a:ea typeface="+mn-lt"/>
                <a:cs typeface="+mn-lt"/>
              </a:rPr>
              <a:t>Core Techniques Used</a:t>
            </a:r>
          </a:p>
          <a:p>
            <a:pPr algn="l"/>
            <a:r>
              <a:rPr lang="en-US" b="1">
                <a:ea typeface="+mn-lt"/>
                <a:cs typeface="+mn-lt"/>
              </a:rPr>
              <a:t>Pretexting:</a:t>
            </a:r>
            <a:r>
              <a:rPr lang="en-US" sz="1600">
                <a:ea typeface="+mn-lt"/>
                <a:cs typeface="+mn-lt"/>
              </a:rPr>
              <a:t> Attackers fabricate a false scenario (a pretext) to steal information, often pretending to be a bank auditor, HR representative, or tech support</a:t>
            </a:r>
          </a:p>
          <a:p>
            <a:pPr algn="l"/>
            <a:r>
              <a:rPr lang="en-US" b="1">
                <a:ea typeface="+mn-lt"/>
                <a:cs typeface="+mn-lt"/>
              </a:rPr>
              <a:t>Baiting:</a:t>
            </a:r>
            <a:r>
              <a:rPr lang="en-US" sz="1600">
                <a:ea typeface="+mn-lt"/>
                <a:cs typeface="+mn-lt"/>
              </a:rPr>
              <a:t> Criminals offer something enticing—like a free software download, a movie link, or even a physical USB drive left in a parking lot—to infect systems with malware</a:t>
            </a:r>
          </a:p>
          <a:p>
            <a:pPr algn="l"/>
            <a:r>
              <a:rPr lang="en-US" b="1">
                <a:ea typeface="+mn-lt"/>
                <a:cs typeface="+mn-lt"/>
              </a:rPr>
              <a:t>Quid Pro Quo:</a:t>
            </a:r>
            <a:r>
              <a:rPr lang="en-US" sz="1600">
                <a:ea typeface="+mn-lt"/>
                <a:cs typeface="+mn-lt"/>
              </a:rPr>
              <a:t> Attackers offer a fake service or benefit in exchange for information, such as calling an employee claiming to be IT support fixing a network issue</a:t>
            </a:r>
          </a:p>
          <a:p>
            <a:pPr algn="l"/>
            <a:r>
              <a:rPr lang="en-US" b="1">
                <a:ea typeface="+mn-lt"/>
                <a:cs typeface="+mn-lt"/>
              </a:rPr>
              <a:t>Tailgating (Piggybacking):</a:t>
            </a:r>
            <a:r>
              <a:rPr lang="en-US" sz="1600">
                <a:ea typeface="+mn-lt"/>
                <a:cs typeface="+mn-lt"/>
              </a:rPr>
              <a:t> Someone without proper authorization physically follows an authenticated employee into a restricted secure building</a:t>
            </a:r>
            <a:endParaRPr lang="en-US" sz="1600"/>
          </a:p>
          <a:p>
            <a:pPr algn="l"/>
            <a:r>
              <a:rPr lang="en-US" b="1">
                <a:ea typeface="+mn-lt"/>
                <a:cs typeface="+mn-lt"/>
              </a:rPr>
              <a:t>Phishing:</a:t>
            </a:r>
            <a:r>
              <a:rPr lang="en-US" sz="1600">
                <a:ea typeface="+mn-lt"/>
                <a:cs typeface="+mn-lt"/>
              </a:rPr>
              <a:t> The most common form of digital social engineering, using deceptive emails or texts to trick users</a:t>
            </a:r>
            <a:endParaRPr lang="en-US" sz="1600"/>
          </a:p>
          <a:p>
            <a:pPr algn="l"/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F2D5C22-3194-DC40-4D42-4609575C1CE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31250" r="31250"/>
          <a:stretch/>
        </p:blipFill>
        <p:spPr>
          <a:xfrm>
            <a:off x="7042503" y="692485"/>
            <a:ext cx="5141494" cy="5479715"/>
          </a:xfrm>
          <a:prstGeom prst="rect">
            <a:avLst/>
          </a:prstGeo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5BCA5-5338-B545-189F-450B715B3C0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05356" y="6331343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FD50B-2D3E-43C7-6A11-5DFE457CEF4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ACCB-A42C-D3EB-2F6B-FEB2E8D7A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ea typeface="+mj-lt"/>
                <a:cs typeface="+mj-lt"/>
              </a:rPr>
              <a:t>Why Social Engineering Succeeds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959A-D781-2DEA-137C-0028D1DE1A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79" y="1438510"/>
            <a:ext cx="7060605" cy="462942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200" b="1">
                <a:ea typeface="+mn-lt"/>
                <a:cs typeface="+mn-lt"/>
              </a:rPr>
              <a:t>Exploits Trust:</a:t>
            </a:r>
            <a:r>
              <a:rPr lang="en-US" sz="2200">
                <a:ea typeface="+mn-lt"/>
                <a:cs typeface="+mn-lt"/>
              </a:rPr>
              <a:t> People naturally want to trust others, especially if the attacker claims to be an authority figure</a:t>
            </a:r>
          </a:p>
          <a:p>
            <a:pPr algn="l"/>
            <a:r>
              <a:rPr lang="en-US" sz="2200" b="1">
                <a:ea typeface="+mn-lt"/>
                <a:cs typeface="+mn-lt"/>
              </a:rPr>
              <a:t>Creates Urgency:</a:t>
            </a:r>
            <a:r>
              <a:rPr lang="en-US" sz="2200">
                <a:ea typeface="+mn-lt"/>
                <a:cs typeface="+mn-lt"/>
              </a:rPr>
              <a:t> Scams create artificial panic, making victims act quickly before they have time to think logically</a:t>
            </a:r>
          </a:p>
          <a:p>
            <a:pPr algn="l"/>
            <a:r>
              <a:rPr lang="en-US" sz="2200" b="1">
                <a:ea typeface="+mn-lt"/>
                <a:cs typeface="+mn-lt"/>
              </a:rPr>
              <a:t>Plays on Curiosity:</a:t>
            </a:r>
            <a:r>
              <a:rPr lang="en-US" sz="2200">
                <a:ea typeface="+mn-lt"/>
                <a:cs typeface="+mn-lt"/>
              </a:rPr>
              <a:t> Offers for free items, exclusive information, or shocking news lure people into clicking malicious links</a:t>
            </a:r>
          </a:p>
          <a:p>
            <a:pPr algn="l"/>
            <a:r>
              <a:rPr lang="en-US" sz="2200" b="1">
                <a:ea typeface="+mn-lt"/>
                <a:cs typeface="+mn-lt"/>
              </a:rPr>
              <a:t>Leverages Fear:</a:t>
            </a:r>
            <a:r>
              <a:rPr lang="en-US" sz="2200">
                <a:ea typeface="+mn-lt"/>
                <a:cs typeface="+mn-lt"/>
              </a:rPr>
              <a:t> Threatening legal action, account suspension, or job loss frightens victims into immediate compliance</a:t>
            </a:r>
            <a:endParaRPr lang="en-US" sz="220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96E7469-9BC3-7176-4DC6-C599BD471B0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r="-1210" b="12426"/>
          <a:stretch>
            <a:fillRect/>
          </a:stretch>
        </p:blipFill>
        <p:spPr>
          <a:xfrm>
            <a:off x="7136082" y="685801"/>
            <a:ext cx="5016528" cy="5640303"/>
          </a:xfrm>
          <a:prstGeom prst="rect">
            <a:avLst/>
          </a:prstGeo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CD067-EB30-80F4-253B-3F98B89BEF0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DDC4C-0F4B-7C93-1295-981B711AF6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4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214E-F894-17C5-212E-D5062B65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8221" y="5720611"/>
            <a:ext cx="166760" cy="1136257"/>
          </a:xfrm>
        </p:spPr>
        <p:txBody>
          <a:bodyPr>
            <a:normAutofit/>
          </a:bodyPr>
          <a:lstStyle/>
          <a:p>
            <a:pPr algn="l"/>
            <a:r>
              <a:rPr lang="en-US" sz="4000"/>
              <a:t>.</a:t>
            </a:r>
            <a:endParaRPr lang="en-US" sz="4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D58775-7284-9829-63F6-5D483BFBA32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-996" y="-3386"/>
            <a:ext cx="5780402" cy="6859347"/>
          </a:xfrm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62776A-4C43-6568-9653-13D84CDBBC2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4944" r="24944"/>
          <a:stretch/>
        </p:blipFill>
        <p:spPr>
          <a:xfrm>
            <a:off x="5814029" y="4723"/>
            <a:ext cx="6375174" cy="6855298"/>
          </a:xfrm>
          <a:prstGeom prst="rect">
            <a:avLst/>
          </a:prstGeom>
          <a:blipFill>
            <a:blip r:embed="rId4">
              <a:alphaModFix amt="60000"/>
            </a:blip>
            <a:stretch>
              <a:fillRect l="-1" t="-88" r="-1" b="2"/>
            </a:stretch>
          </a:blipFill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2737C-032C-62EE-1C7E-DDBC30C31E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668984" y="6722458"/>
            <a:ext cx="723889" cy="163459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8E36F-71C5-7CE8-FBD7-C4F326641D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5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DACF-E4F8-D3F7-8870-DF158CCD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96" y="1715053"/>
            <a:ext cx="2189768" cy="28827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Best Practices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967350-4976-8D49-F3D1-43D11587136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983188" y="650722"/>
            <a:ext cx="9722000" cy="555113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2B985-EDFE-A431-67FF-FC80FB08E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4A189-3A54-B54C-B7D3-20D73E11B50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1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E9EA-F2F6-9213-F8DE-FDEB5B18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1F5DE-6020-6A5F-34A9-C9EEC7C4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1B4C5-C262-2619-32D2-5F7DDA2E02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45428" y="681"/>
            <a:ext cx="3700387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/>
              <a:t>Types of Phishing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7F2948-9EAF-9612-BA96-84313131DD7F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6289524" y="769484"/>
            <a:ext cx="5705475" cy="5740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871196-EBF1-FBB6-9D28-606BDE7BA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1" y="774095"/>
            <a:ext cx="5890380" cy="591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4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966F90-9CBF-6541-1A8F-874C29B32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3986589"/>
          </a:xfrm>
        </p:spPr>
        <p:txBody>
          <a:bodyPr/>
          <a:lstStyle/>
          <a:p>
            <a:pPr algn="l"/>
            <a:r>
              <a:rPr lang="en-US"/>
              <a:t>Can You Spot The Phish? Take this interactive Phishing Quiz and Test Your Knowledge</a:t>
            </a:r>
            <a:br>
              <a:rPr lang="en-US" dirty="0"/>
            </a:br>
            <a:br>
              <a:rPr lang="en-US" dirty="0"/>
            </a:br>
            <a:r>
              <a:rPr lang="en-US" dirty="0">
                <a:ea typeface="+mj-lt"/>
                <a:cs typeface="+mj-lt"/>
                <a:hlinkClick r:id="rId2"/>
              </a:rPr>
              <a:t>https://docs.google.com/forms/d/e/1FAIpQLSfD6IVjqBRUW_OIvo9xxeMik7Q0Q4cTUMndgRZiMPIlJkSi4A/viewform?usp=dialog</a:t>
            </a:r>
            <a:br>
              <a:rPr lang="en-US" dirty="0">
                <a:ea typeface="+mj-lt"/>
                <a:cs typeface="+mj-lt"/>
              </a:rPr>
            </a:br>
            <a:endParaRPr lang="en-US" dirty="0">
              <a:ea typeface="+mj-lt"/>
              <a:cs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10F0DE-057F-8BD6-0B8D-0C9F6BB6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A8CC15-67AF-B8F6-4E2A-9B736C65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93450"/>
      </p:ext>
    </p:extLst>
  </p:cSld>
  <p:clrMapOvr>
    <a:masterClrMapping/>
  </p:clrMapOvr>
</p:sld>
</file>

<file path=ppt/theme/theme1.xml><?xml version="1.0" encoding="utf-8"?>
<a:theme xmlns:a="http://schemas.openxmlformats.org/drawingml/2006/main" name="Soft stippling">
  <a:themeElements>
    <a:clrScheme name="Halftone 1">
      <a:dk1>
        <a:srgbClr val="000000"/>
      </a:dk1>
      <a:lt1>
        <a:srgbClr val="FFFFFF"/>
      </a:lt1>
      <a:dk2>
        <a:srgbClr val="2C2C2C"/>
      </a:dk2>
      <a:lt2>
        <a:srgbClr val="FFF3EA"/>
      </a:lt2>
      <a:accent1>
        <a:srgbClr val="2451A1"/>
      </a:accent1>
      <a:accent2>
        <a:srgbClr val="FF9F85"/>
      </a:accent2>
      <a:accent3>
        <a:srgbClr val="E5F5C7"/>
      </a:accent3>
      <a:accent4>
        <a:srgbClr val="E3EEFF"/>
      </a:accent4>
      <a:accent5>
        <a:srgbClr val="CD732F"/>
      </a:accent5>
      <a:accent6>
        <a:srgbClr val="5B89D6"/>
      </a:accent6>
      <a:hlink>
        <a:srgbClr val="3E5318"/>
      </a:hlink>
      <a:folHlink>
        <a:srgbClr val="9F4F12"/>
      </a:folHlink>
    </a:clrScheme>
    <a:fontScheme name="Custom 104">
      <a:majorFont>
        <a:latin typeface="Bierstad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 Stippling_win32_NB_V6" id="{BB25FA32-88FA-4A9F-9CCF-D715E0AAEC80}" vid="{7B268A06-F5CA-48E5-B213-6EF3F54862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94E715A-E89E-4D2B-BDA6-D6593AD9E0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EACDCD-D89F-44E6-8442-65C46E297E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3C7AED-0012-46FA-9D94-32A94FCFC643}">
  <ds:schemaRefs>
    <ds:schemaRef ds:uri="http://schemas.microsoft.com/sharepoint/v3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71af3243-3dd4-4a8d-8c0d-dd76da1f02a5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</Words>
  <Application>Microsoft Office PowerPoint</Application>
  <PresentationFormat>Widescreen</PresentationFormat>
  <Paragraphs>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Soft stippling</vt:lpstr>
      <vt:lpstr>Phishing Awareness Training</vt:lpstr>
      <vt:lpstr>What is Phishing </vt:lpstr>
      <vt:lpstr>Key Reasons Attackers Use Phishing</vt:lpstr>
      <vt:lpstr>PowerPoint Presentation</vt:lpstr>
      <vt:lpstr>How to recognize Phishing Email</vt:lpstr>
      <vt:lpstr>How to identify a Fake Website</vt:lpstr>
      <vt:lpstr>Social Engineering</vt:lpstr>
      <vt:lpstr>Why Social Engineering Succeeds</vt:lpstr>
      <vt:lpstr>.</vt:lpstr>
      <vt:lpstr>Best Practices</vt:lpstr>
      <vt:lpstr>Types of Phishing</vt:lpstr>
      <vt:lpstr>Can You Spot The Phish? Take this interactive Phishing Quiz and Test Your Knowledge  https://docs.google.com/forms/d/e/1FAIpQLSfD6IVjqBRUW_OIvo9xxeMik7Q0Q4cTUMndgRZiMPIlJkSi4A/viewform?usp=dialog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375</cp:revision>
  <dcterms:created xsi:type="dcterms:W3CDTF">2026-09-01T07:07:09Z</dcterms:created>
  <dcterms:modified xsi:type="dcterms:W3CDTF">2026-09-01T10:57:56Z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